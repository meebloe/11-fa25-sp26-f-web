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7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8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4"/>
  </p:sldMasterIdLst>
  <p:notesMasterIdLst>
    <p:notesMasterId r:id="rId15"/>
  </p:notesMasterIdLst>
  <p:sldIdLst>
    <p:sldId id="256" r:id="rId5"/>
    <p:sldId id="293" r:id="rId6"/>
    <p:sldId id="294" r:id="rId7"/>
    <p:sldId id="295" r:id="rId8"/>
    <p:sldId id="296" r:id="rId9"/>
    <p:sldId id="297" r:id="rId10"/>
    <p:sldId id="298" r:id="rId11"/>
    <p:sldId id="299" r:id="rId12"/>
    <p:sldId id="300" r:id="rId13"/>
    <p:sldId id="292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44DDB9-4B63-4206-8892-08F060881AAB}" v="24" dt="2025-12-04T04:01:06.3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2AB22F3-7177-47A0-A42A-ABD6EC9048B8}" type="doc">
      <dgm:prSet loTypeId="urn:microsoft.com/office/officeart/2005/8/layout/list1" loCatId="list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14FE942-2F57-42DF-B4B7-F6C19A877AC7}">
      <dgm:prSet/>
      <dgm:spPr/>
      <dgm:t>
        <a:bodyPr/>
        <a:lstStyle/>
        <a:p>
          <a:r>
            <a:rPr lang="en-US"/>
            <a:t>Objective</a:t>
          </a:r>
        </a:p>
      </dgm:t>
    </dgm:pt>
    <dgm:pt modelId="{EFDB6114-2D3F-47CC-9E88-8D8B32586DC6}" type="parTrans" cxnId="{E8C6ED03-6BF4-485F-90D9-3CE8BFF743FB}">
      <dgm:prSet/>
      <dgm:spPr/>
      <dgm:t>
        <a:bodyPr/>
        <a:lstStyle/>
        <a:p>
          <a:endParaRPr lang="en-US"/>
        </a:p>
      </dgm:t>
    </dgm:pt>
    <dgm:pt modelId="{8743B15B-C9F0-4704-A629-6592D82DB877}" type="sibTrans" cxnId="{E8C6ED03-6BF4-485F-90D9-3CE8BFF743FB}">
      <dgm:prSet/>
      <dgm:spPr/>
      <dgm:t>
        <a:bodyPr/>
        <a:lstStyle/>
        <a:p>
          <a:endParaRPr lang="en-US"/>
        </a:p>
      </dgm:t>
    </dgm:pt>
    <dgm:pt modelId="{080E485F-CA07-40D2-A7F2-44FEAF8CD7A2}">
      <dgm:prSet/>
      <dgm:spPr/>
      <dgm:t>
        <a:bodyPr/>
        <a:lstStyle/>
        <a:p>
          <a:r>
            <a:rPr lang="en-US"/>
            <a:t>Create a web application with hardware integration for the Voiland Food Pantry</a:t>
          </a:r>
        </a:p>
      </dgm:t>
    </dgm:pt>
    <dgm:pt modelId="{FC1BD0EC-26DD-46B8-87CC-EDFB8100E10B}" type="parTrans" cxnId="{463D40FD-D634-4304-9473-5AF9F1BAFEA4}">
      <dgm:prSet/>
      <dgm:spPr/>
      <dgm:t>
        <a:bodyPr/>
        <a:lstStyle/>
        <a:p>
          <a:endParaRPr lang="en-US"/>
        </a:p>
      </dgm:t>
    </dgm:pt>
    <dgm:pt modelId="{22AC6C41-9764-4712-A3F1-AA391A2517C3}" type="sibTrans" cxnId="{463D40FD-D634-4304-9473-5AF9F1BAFEA4}">
      <dgm:prSet/>
      <dgm:spPr/>
      <dgm:t>
        <a:bodyPr/>
        <a:lstStyle/>
        <a:p>
          <a:endParaRPr lang="en-US"/>
        </a:p>
      </dgm:t>
    </dgm:pt>
    <dgm:pt modelId="{4157D3A2-21B2-4CB4-8D78-B80749B3DDBF}">
      <dgm:prSet/>
      <dgm:spPr/>
      <dgm:t>
        <a:bodyPr/>
        <a:lstStyle/>
        <a:p>
          <a:r>
            <a:rPr lang="en-US"/>
            <a:t>Magstripe reader and barcode scanner</a:t>
          </a:r>
        </a:p>
      </dgm:t>
    </dgm:pt>
    <dgm:pt modelId="{8AE18167-DF15-4E84-B865-506B13F0952C}" type="parTrans" cxnId="{44C69529-2FCE-475C-B01E-54D535E155DF}">
      <dgm:prSet/>
      <dgm:spPr/>
      <dgm:t>
        <a:bodyPr/>
        <a:lstStyle/>
        <a:p>
          <a:endParaRPr lang="en-US"/>
        </a:p>
      </dgm:t>
    </dgm:pt>
    <dgm:pt modelId="{43E8192E-0F5A-411B-8121-2847F2AF3012}" type="sibTrans" cxnId="{44C69529-2FCE-475C-B01E-54D535E155DF}">
      <dgm:prSet/>
      <dgm:spPr/>
      <dgm:t>
        <a:bodyPr/>
        <a:lstStyle/>
        <a:p>
          <a:endParaRPr lang="en-US"/>
        </a:p>
      </dgm:t>
    </dgm:pt>
    <dgm:pt modelId="{9D44C190-7EB4-4E8A-90E4-866C830C3C0D}">
      <dgm:prSet/>
      <dgm:spPr/>
      <dgm:t>
        <a:bodyPr/>
        <a:lstStyle/>
        <a:p>
          <a:r>
            <a:rPr lang="en-US"/>
            <a:t>Streamline food pantry operations</a:t>
          </a:r>
        </a:p>
      </dgm:t>
    </dgm:pt>
    <dgm:pt modelId="{AB0AD793-DA31-44F3-B066-12978C518911}" type="parTrans" cxnId="{D3D5122F-868D-4E31-8C8A-06BE79A8520A}">
      <dgm:prSet/>
      <dgm:spPr/>
      <dgm:t>
        <a:bodyPr/>
        <a:lstStyle/>
        <a:p>
          <a:endParaRPr lang="en-US"/>
        </a:p>
      </dgm:t>
    </dgm:pt>
    <dgm:pt modelId="{1A56B6D2-FF85-480C-A58E-27E2F1EA8B15}" type="sibTrans" cxnId="{D3D5122F-868D-4E31-8C8A-06BE79A8520A}">
      <dgm:prSet/>
      <dgm:spPr/>
      <dgm:t>
        <a:bodyPr/>
        <a:lstStyle/>
        <a:p>
          <a:endParaRPr lang="en-US"/>
        </a:p>
      </dgm:t>
    </dgm:pt>
    <dgm:pt modelId="{E128248D-1859-46F2-B3BB-C5A953DA237F}">
      <dgm:prSet/>
      <dgm:spPr/>
      <dgm:t>
        <a:bodyPr/>
        <a:lstStyle/>
        <a:p>
          <a:r>
            <a:rPr lang="en-US"/>
            <a:t>Sign-in system, food inventory management, volunteer tracking</a:t>
          </a:r>
        </a:p>
      </dgm:t>
    </dgm:pt>
    <dgm:pt modelId="{08502D20-99FE-49EA-B795-2BC50389ED67}" type="parTrans" cxnId="{34936D52-FA7A-402B-8947-EDF31D42D914}">
      <dgm:prSet/>
      <dgm:spPr/>
      <dgm:t>
        <a:bodyPr/>
        <a:lstStyle/>
        <a:p>
          <a:endParaRPr lang="en-US"/>
        </a:p>
      </dgm:t>
    </dgm:pt>
    <dgm:pt modelId="{90819867-513D-4CCE-ABB2-9D714F0D4E15}" type="sibTrans" cxnId="{34936D52-FA7A-402B-8947-EDF31D42D914}">
      <dgm:prSet/>
      <dgm:spPr/>
      <dgm:t>
        <a:bodyPr/>
        <a:lstStyle/>
        <a:p>
          <a:endParaRPr lang="en-US"/>
        </a:p>
      </dgm:t>
    </dgm:pt>
    <dgm:pt modelId="{DFD3E0AD-AE9F-466F-90DB-0E2D82AB2514}">
      <dgm:prSet/>
      <dgm:spPr/>
      <dgm:t>
        <a:bodyPr/>
        <a:lstStyle/>
        <a:p>
          <a:r>
            <a:rPr lang="en-US"/>
            <a:t>Problem Statement</a:t>
          </a:r>
        </a:p>
      </dgm:t>
    </dgm:pt>
    <dgm:pt modelId="{54D8DB01-9586-4876-8B85-9FD128E4DBF3}" type="parTrans" cxnId="{0A20C8EC-B127-4EC6-9FE8-59C603FB3E60}">
      <dgm:prSet/>
      <dgm:spPr/>
      <dgm:t>
        <a:bodyPr/>
        <a:lstStyle/>
        <a:p>
          <a:endParaRPr lang="en-US"/>
        </a:p>
      </dgm:t>
    </dgm:pt>
    <dgm:pt modelId="{CC68407C-B45A-4E5D-B394-6875A72E3F1F}" type="sibTrans" cxnId="{0A20C8EC-B127-4EC6-9FE8-59C603FB3E60}">
      <dgm:prSet/>
      <dgm:spPr/>
      <dgm:t>
        <a:bodyPr/>
        <a:lstStyle/>
        <a:p>
          <a:endParaRPr lang="en-US"/>
        </a:p>
      </dgm:t>
    </dgm:pt>
    <dgm:pt modelId="{D1B2FF5B-A35E-4939-9ADD-33BFCA4F9FD3}">
      <dgm:prSet/>
      <dgm:spPr/>
      <dgm:t>
        <a:bodyPr/>
        <a:lstStyle/>
        <a:p>
          <a:r>
            <a:rPr lang="en-US"/>
            <a:t>Improve pantry’s sign-in system efficiency </a:t>
          </a:r>
        </a:p>
      </dgm:t>
    </dgm:pt>
    <dgm:pt modelId="{2D2405B4-AD02-4A15-BA23-BEF42D276B7F}" type="parTrans" cxnId="{E55BA3DC-ED54-4076-AEFE-8D6424696AA9}">
      <dgm:prSet/>
      <dgm:spPr/>
      <dgm:t>
        <a:bodyPr/>
        <a:lstStyle/>
        <a:p>
          <a:endParaRPr lang="en-US"/>
        </a:p>
      </dgm:t>
    </dgm:pt>
    <dgm:pt modelId="{7EF7858B-9A7A-48B9-8A14-6850B61209DA}" type="sibTrans" cxnId="{E55BA3DC-ED54-4076-AEFE-8D6424696AA9}">
      <dgm:prSet/>
      <dgm:spPr/>
      <dgm:t>
        <a:bodyPr/>
        <a:lstStyle/>
        <a:p>
          <a:endParaRPr lang="en-US"/>
        </a:p>
      </dgm:t>
    </dgm:pt>
    <dgm:pt modelId="{D09ABB22-470C-4A22-99BF-DA456E2D85D2}">
      <dgm:prSet/>
      <dgm:spPr/>
      <dgm:t>
        <a:bodyPr/>
        <a:lstStyle/>
        <a:p>
          <a:r>
            <a:rPr lang="en-US"/>
            <a:t>Establish an organized method of food inventory management</a:t>
          </a:r>
        </a:p>
      </dgm:t>
    </dgm:pt>
    <dgm:pt modelId="{7934D63E-410E-4BE2-9160-EE13C15AAD44}" type="parTrans" cxnId="{D78956BA-8FBB-4E87-9ED4-6160805E5355}">
      <dgm:prSet/>
      <dgm:spPr/>
      <dgm:t>
        <a:bodyPr/>
        <a:lstStyle/>
        <a:p>
          <a:endParaRPr lang="en-US"/>
        </a:p>
      </dgm:t>
    </dgm:pt>
    <dgm:pt modelId="{A155BE18-8E10-453B-8137-DB533E193014}" type="sibTrans" cxnId="{D78956BA-8FBB-4E87-9ED4-6160805E5355}">
      <dgm:prSet/>
      <dgm:spPr/>
      <dgm:t>
        <a:bodyPr/>
        <a:lstStyle/>
        <a:p>
          <a:endParaRPr lang="en-US"/>
        </a:p>
      </dgm:t>
    </dgm:pt>
    <dgm:pt modelId="{85BEB710-2FBF-4D41-B978-B45E9F30A48E}">
      <dgm:prSet/>
      <dgm:spPr/>
      <dgm:t>
        <a:bodyPr/>
        <a:lstStyle/>
        <a:p>
          <a:r>
            <a:rPr lang="en-US"/>
            <a:t>Provide support for pantry volunteers</a:t>
          </a:r>
        </a:p>
      </dgm:t>
    </dgm:pt>
    <dgm:pt modelId="{BF359127-530C-42C1-9DAE-D801C75BF79A}" type="parTrans" cxnId="{06BDC55A-3FF9-465F-A2FF-35DF25C4F43A}">
      <dgm:prSet/>
      <dgm:spPr/>
      <dgm:t>
        <a:bodyPr/>
        <a:lstStyle/>
        <a:p>
          <a:endParaRPr lang="en-US"/>
        </a:p>
      </dgm:t>
    </dgm:pt>
    <dgm:pt modelId="{B250C476-DC8E-4F88-B2F2-F66D4802781A}" type="sibTrans" cxnId="{06BDC55A-3FF9-465F-A2FF-35DF25C4F43A}">
      <dgm:prSet/>
      <dgm:spPr/>
      <dgm:t>
        <a:bodyPr/>
        <a:lstStyle/>
        <a:p>
          <a:endParaRPr lang="en-US"/>
        </a:p>
      </dgm:t>
    </dgm:pt>
    <dgm:pt modelId="{2EAB74D5-B20A-45B5-873D-0C416403C285}">
      <dgm:prSet/>
      <dgm:spPr/>
      <dgm:t>
        <a:bodyPr/>
        <a:lstStyle/>
        <a:p>
          <a:r>
            <a:rPr lang="en-US"/>
            <a:t>Scope</a:t>
          </a:r>
        </a:p>
      </dgm:t>
    </dgm:pt>
    <dgm:pt modelId="{F65356F8-631C-4499-83C3-B862175EB0AA}" type="parTrans" cxnId="{148AF3F1-7119-4ED2-8746-F166DE800F11}">
      <dgm:prSet/>
      <dgm:spPr/>
      <dgm:t>
        <a:bodyPr/>
        <a:lstStyle/>
        <a:p>
          <a:endParaRPr lang="en-US"/>
        </a:p>
      </dgm:t>
    </dgm:pt>
    <dgm:pt modelId="{EEC959AA-7D25-455D-9BAC-F1BF57441A8F}" type="sibTrans" cxnId="{148AF3F1-7119-4ED2-8746-F166DE800F11}">
      <dgm:prSet/>
      <dgm:spPr/>
      <dgm:t>
        <a:bodyPr/>
        <a:lstStyle/>
        <a:p>
          <a:endParaRPr lang="en-US"/>
        </a:p>
      </dgm:t>
    </dgm:pt>
    <dgm:pt modelId="{92993DA0-48ED-4617-AC42-1EA164376C5A}">
      <dgm:prSet/>
      <dgm:spPr/>
      <dgm:t>
        <a:bodyPr/>
        <a:lstStyle/>
        <a:p>
          <a:r>
            <a:rPr lang="en-US"/>
            <a:t>Target audience is pantry clientele and staff, which includes volunteers</a:t>
          </a:r>
        </a:p>
      </dgm:t>
    </dgm:pt>
    <dgm:pt modelId="{E3957DAE-4F08-4AC2-A180-5BA1E4C6E2C8}" type="parTrans" cxnId="{638A8E4E-85D4-4CAD-A1FA-8AD1C0EBE387}">
      <dgm:prSet/>
      <dgm:spPr/>
      <dgm:t>
        <a:bodyPr/>
        <a:lstStyle/>
        <a:p>
          <a:endParaRPr lang="en-US"/>
        </a:p>
      </dgm:t>
    </dgm:pt>
    <dgm:pt modelId="{A4AF3184-B25A-401C-B00F-28CB903F18E0}" type="sibTrans" cxnId="{638A8E4E-85D4-4CAD-A1FA-8AD1C0EBE387}">
      <dgm:prSet/>
      <dgm:spPr/>
      <dgm:t>
        <a:bodyPr/>
        <a:lstStyle/>
        <a:p>
          <a:endParaRPr lang="en-US"/>
        </a:p>
      </dgm:t>
    </dgm:pt>
    <dgm:pt modelId="{3FDF2C4F-2944-4C51-A221-8F787C7BA25B}">
      <dgm:prSet/>
      <dgm:spPr/>
      <dgm:t>
        <a:bodyPr/>
        <a:lstStyle/>
        <a:p>
          <a:r>
            <a:rPr lang="en-US"/>
            <a:t>Create an intuitive system to handle facility tasks during hours of operation</a:t>
          </a:r>
        </a:p>
      </dgm:t>
    </dgm:pt>
    <dgm:pt modelId="{4735D0D9-0FBF-4319-8D33-E74513D88A79}" type="parTrans" cxnId="{530F2F45-ED70-4862-B681-C67DFE45812A}">
      <dgm:prSet/>
      <dgm:spPr/>
      <dgm:t>
        <a:bodyPr/>
        <a:lstStyle/>
        <a:p>
          <a:endParaRPr lang="en-US"/>
        </a:p>
      </dgm:t>
    </dgm:pt>
    <dgm:pt modelId="{BC61A478-EDFE-4774-B621-0EE0ADF15B40}" type="sibTrans" cxnId="{530F2F45-ED70-4862-B681-C67DFE45812A}">
      <dgm:prSet/>
      <dgm:spPr/>
      <dgm:t>
        <a:bodyPr/>
        <a:lstStyle/>
        <a:p>
          <a:endParaRPr lang="en-US"/>
        </a:p>
      </dgm:t>
    </dgm:pt>
    <dgm:pt modelId="{316EF30F-FB83-482B-B2EB-A077E9572CCA}">
      <dgm:prSet/>
      <dgm:spPr/>
      <dgm:t>
        <a:bodyPr/>
        <a:lstStyle/>
        <a:p>
          <a:r>
            <a:rPr lang="en-US"/>
            <a:t>Technologies Used</a:t>
          </a:r>
        </a:p>
      </dgm:t>
    </dgm:pt>
    <dgm:pt modelId="{96606B18-4D27-4D89-A224-F7C9BED9C55A}" type="parTrans" cxnId="{3F8C20C7-8E1D-4221-94E7-2E7AED0A61FF}">
      <dgm:prSet/>
      <dgm:spPr/>
      <dgm:t>
        <a:bodyPr/>
        <a:lstStyle/>
        <a:p>
          <a:endParaRPr lang="en-US"/>
        </a:p>
      </dgm:t>
    </dgm:pt>
    <dgm:pt modelId="{ED79A8CB-0ADD-46A4-A455-C3BAFD9EFC5E}" type="sibTrans" cxnId="{3F8C20C7-8E1D-4221-94E7-2E7AED0A61FF}">
      <dgm:prSet/>
      <dgm:spPr/>
      <dgm:t>
        <a:bodyPr/>
        <a:lstStyle/>
        <a:p>
          <a:endParaRPr lang="en-US"/>
        </a:p>
      </dgm:t>
    </dgm:pt>
    <dgm:pt modelId="{167E4C39-1883-49DE-87E0-7A567E07A858}">
      <dgm:prSet/>
      <dgm:spPr/>
      <dgm:t>
        <a:bodyPr/>
        <a:lstStyle/>
        <a:p>
          <a:r>
            <a:rPr lang="en-US"/>
            <a:t>Hardware: Magstripe reader and barcode scanner</a:t>
          </a:r>
        </a:p>
      </dgm:t>
    </dgm:pt>
    <dgm:pt modelId="{385EDDF9-4E15-450E-B990-BB32024267BF}" type="parTrans" cxnId="{5C9BCEDD-0357-43B3-8DB4-88FFE874EB93}">
      <dgm:prSet/>
      <dgm:spPr/>
      <dgm:t>
        <a:bodyPr/>
        <a:lstStyle/>
        <a:p>
          <a:endParaRPr lang="en-US"/>
        </a:p>
      </dgm:t>
    </dgm:pt>
    <dgm:pt modelId="{389914EC-F37A-4950-AFFF-3DAEBCA98FD9}" type="sibTrans" cxnId="{5C9BCEDD-0357-43B3-8DB4-88FFE874EB93}">
      <dgm:prSet/>
      <dgm:spPr/>
      <dgm:t>
        <a:bodyPr/>
        <a:lstStyle/>
        <a:p>
          <a:endParaRPr lang="en-US"/>
        </a:p>
      </dgm:t>
    </dgm:pt>
    <dgm:pt modelId="{2F6BBE40-821F-4CE9-8950-1C9A9E6A85EC}">
      <dgm:prSet/>
      <dgm:spPr/>
      <dgm:t>
        <a:bodyPr/>
        <a:lstStyle/>
        <a:p>
          <a:r>
            <a:rPr lang="en-US"/>
            <a:t>Front-end: WordPress for final product, Thymeleaf for local prototype of HTML pages</a:t>
          </a:r>
        </a:p>
      </dgm:t>
    </dgm:pt>
    <dgm:pt modelId="{A4E0109E-F47B-4B47-A5D6-01D121C0838F}" type="parTrans" cxnId="{ADC01D2A-45F5-4E53-8F8C-7EB69470B1ED}">
      <dgm:prSet/>
      <dgm:spPr/>
      <dgm:t>
        <a:bodyPr/>
        <a:lstStyle/>
        <a:p>
          <a:endParaRPr lang="en-US"/>
        </a:p>
      </dgm:t>
    </dgm:pt>
    <dgm:pt modelId="{4BD5BCCA-4CAD-4F0C-B5C1-5E56DC967EE3}" type="sibTrans" cxnId="{ADC01D2A-45F5-4E53-8F8C-7EB69470B1ED}">
      <dgm:prSet/>
      <dgm:spPr/>
      <dgm:t>
        <a:bodyPr/>
        <a:lstStyle/>
        <a:p>
          <a:endParaRPr lang="en-US"/>
        </a:p>
      </dgm:t>
    </dgm:pt>
    <dgm:pt modelId="{979117BA-0F6B-47E3-8B4D-B9B5237C7CB2}">
      <dgm:prSet/>
      <dgm:spPr/>
      <dgm:t>
        <a:bodyPr/>
        <a:lstStyle/>
        <a:p>
          <a:r>
            <a:rPr lang="en-US"/>
            <a:t>Back-end: Spring Boot and MySQL as the relational database</a:t>
          </a:r>
        </a:p>
      </dgm:t>
    </dgm:pt>
    <dgm:pt modelId="{221CC898-7DEA-4D30-8A5F-6EEFE6342E45}" type="parTrans" cxnId="{5827C28D-4754-4CDB-87AA-65F28C0CC0B0}">
      <dgm:prSet/>
      <dgm:spPr/>
      <dgm:t>
        <a:bodyPr/>
        <a:lstStyle/>
        <a:p>
          <a:endParaRPr lang="en-US"/>
        </a:p>
      </dgm:t>
    </dgm:pt>
    <dgm:pt modelId="{E2D81D26-52EC-469F-A4C8-048C1B394898}" type="sibTrans" cxnId="{5827C28D-4754-4CDB-87AA-65F28C0CC0B0}">
      <dgm:prSet/>
      <dgm:spPr/>
      <dgm:t>
        <a:bodyPr/>
        <a:lstStyle/>
        <a:p>
          <a:endParaRPr lang="en-US"/>
        </a:p>
      </dgm:t>
    </dgm:pt>
    <dgm:pt modelId="{26F9207F-9AA1-4E93-84AF-2F234B7049F7}" type="pres">
      <dgm:prSet presAssocID="{92AB22F3-7177-47A0-A42A-ABD6EC9048B8}" presName="linear" presStyleCnt="0">
        <dgm:presLayoutVars>
          <dgm:dir/>
          <dgm:animLvl val="lvl"/>
          <dgm:resizeHandles val="exact"/>
        </dgm:presLayoutVars>
      </dgm:prSet>
      <dgm:spPr/>
    </dgm:pt>
    <dgm:pt modelId="{CE4B4EA2-C78B-47DB-A4C4-8A8FBFBBB4A8}" type="pres">
      <dgm:prSet presAssocID="{C14FE942-2F57-42DF-B4B7-F6C19A877AC7}" presName="parentLin" presStyleCnt="0"/>
      <dgm:spPr/>
    </dgm:pt>
    <dgm:pt modelId="{D6DF529A-1F7F-4AC8-B383-D06F14225263}" type="pres">
      <dgm:prSet presAssocID="{C14FE942-2F57-42DF-B4B7-F6C19A877AC7}" presName="parentLeftMargin" presStyleLbl="node1" presStyleIdx="0" presStyleCnt="4"/>
      <dgm:spPr/>
    </dgm:pt>
    <dgm:pt modelId="{0EE01FD1-F9A0-4100-8A85-EEE7B7D14352}" type="pres">
      <dgm:prSet presAssocID="{C14FE942-2F57-42DF-B4B7-F6C19A877AC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C349EC4-D594-47CC-9F12-86C384FBB769}" type="pres">
      <dgm:prSet presAssocID="{C14FE942-2F57-42DF-B4B7-F6C19A877AC7}" presName="negativeSpace" presStyleCnt="0"/>
      <dgm:spPr/>
    </dgm:pt>
    <dgm:pt modelId="{E6A6D0F7-5C44-457D-8079-A199B8F3B7CB}" type="pres">
      <dgm:prSet presAssocID="{C14FE942-2F57-42DF-B4B7-F6C19A877AC7}" presName="childText" presStyleLbl="conFgAcc1" presStyleIdx="0" presStyleCnt="4">
        <dgm:presLayoutVars>
          <dgm:bulletEnabled val="1"/>
        </dgm:presLayoutVars>
      </dgm:prSet>
      <dgm:spPr/>
    </dgm:pt>
    <dgm:pt modelId="{A29C9FD3-76F9-4182-A418-E3D2AB2B5207}" type="pres">
      <dgm:prSet presAssocID="{8743B15B-C9F0-4704-A629-6592D82DB877}" presName="spaceBetweenRectangles" presStyleCnt="0"/>
      <dgm:spPr/>
    </dgm:pt>
    <dgm:pt modelId="{170674DC-CD32-4593-89F7-1771FC25C249}" type="pres">
      <dgm:prSet presAssocID="{DFD3E0AD-AE9F-466F-90DB-0E2D82AB2514}" presName="parentLin" presStyleCnt="0"/>
      <dgm:spPr/>
    </dgm:pt>
    <dgm:pt modelId="{D2EBC943-65F4-4714-BEFE-456EBE8DA22C}" type="pres">
      <dgm:prSet presAssocID="{DFD3E0AD-AE9F-466F-90DB-0E2D82AB2514}" presName="parentLeftMargin" presStyleLbl="node1" presStyleIdx="0" presStyleCnt="4"/>
      <dgm:spPr/>
    </dgm:pt>
    <dgm:pt modelId="{46338074-957F-4052-83D3-29243009847E}" type="pres">
      <dgm:prSet presAssocID="{DFD3E0AD-AE9F-466F-90DB-0E2D82AB251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120A563-382E-433A-BEC9-53E983CCE48E}" type="pres">
      <dgm:prSet presAssocID="{DFD3E0AD-AE9F-466F-90DB-0E2D82AB2514}" presName="negativeSpace" presStyleCnt="0"/>
      <dgm:spPr/>
    </dgm:pt>
    <dgm:pt modelId="{4E902539-D8AD-4D78-98D2-DD9F102960E9}" type="pres">
      <dgm:prSet presAssocID="{DFD3E0AD-AE9F-466F-90DB-0E2D82AB2514}" presName="childText" presStyleLbl="conFgAcc1" presStyleIdx="1" presStyleCnt="4">
        <dgm:presLayoutVars>
          <dgm:bulletEnabled val="1"/>
        </dgm:presLayoutVars>
      </dgm:prSet>
      <dgm:spPr/>
    </dgm:pt>
    <dgm:pt modelId="{62235903-233E-41C0-9A5F-6545572CD76A}" type="pres">
      <dgm:prSet presAssocID="{CC68407C-B45A-4E5D-B394-6875A72E3F1F}" presName="spaceBetweenRectangles" presStyleCnt="0"/>
      <dgm:spPr/>
    </dgm:pt>
    <dgm:pt modelId="{18368F93-A4B2-48D8-9802-B90E7AFF1470}" type="pres">
      <dgm:prSet presAssocID="{2EAB74D5-B20A-45B5-873D-0C416403C285}" presName="parentLin" presStyleCnt="0"/>
      <dgm:spPr/>
    </dgm:pt>
    <dgm:pt modelId="{171E8699-8831-4999-AEFF-69B6C9BD2E23}" type="pres">
      <dgm:prSet presAssocID="{2EAB74D5-B20A-45B5-873D-0C416403C285}" presName="parentLeftMargin" presStyleLbl="node1" presStyleIdx="1" presStyleCnt="4"/>
      <dgm:spPr/>
    </dgm:pt>
    <dgm:pt modelId="{462CBEFE-19F6-4CC3-8C7D-973AA8A1D839}" type="pres">
      <dgm:prSet presAssocID="{2EAB74D5-B20A-45B5-873D-0C416403C28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63FAFC8-9117-43E1-9915-AAF04F10FEF4}" type="pres">
      <dgm:prSet presAssocID="{2EAB74D5-B20A-45B5-873D-0C416403C285}" presName="negativeSpace" presStyleCnt="0"/>
      <dgm:spPr/>
    </dgm:pt>
    <dgm:pt modelId="{3110AA42-6AB0-411B-98B3-1DA64F70D871}" type="pres">
      <dgm:prSet presAssocID="{2EAB74D5-B20A-45B5-873D-0C416403C285}" presName="childText" presStyleLbl="conFgAcc1" presStyleIdx="2" presStyleCnt="4">
        <dgm:presLayoutVars>
          <dgm:bulletEnabled val="1"/>
        </dgm:presLayoutVars>
      </dgm:prSet>
      <dgm:spPr/>
    </dgm:pt>
    <dgm:pt modelId="{FF583D7A-9394-486A-BD34-31FA209D8361}" type="pres">
      <dgm:prSet presAssocID="{EEC959AA-7D25-455D-9BAC-F1BF57441A8F}" presName="spaceBetweenRectangles" presStyleCnt="0"/>
      <dgm:spPr/>
    </dgm:pt>
    <dgm:pt modelId="{A22CBC1D-8A7A-4FBD-ACFA-062124B4A859}" type="pres">
      <dgm:prSet presAssocID="{316EF30F-FB83-482B-B2EB-A077E9572CCA}" presName="parentLin" presStyleCnt="0"/>
      <dgm:spPr/>
    </dgm:pt>
    <dgm:pt modelId="{94988F93-5540-481A-BC32-E68BFCB6A32F}" type="pres">
      <dgm:prSet presAssocID="{316EF30F-FB83-482B-B2EB-A077E9572CCA}" presName="parentLeftMargin" presStyleLbl="node1" presStyleIdx="2" presStyleCnt="4"/>
      <dgm:spPr/>
    </dgm:pt>
    <dgm:pt modelId="{1644E79F-3317-44A4-A8CF-D65A3610291B}" type="pres">
      <dgm:prSet presAssocID="{316EF30F-FB83-482B-B2EB-A077E9572CCA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F1EF4E2D-91D6-495A-8AD5-325FCE77E630}" type="pres">
      <dgm:prSet presAssocID="{316EF30F-FB83-482B-B2EB-A077E9572CCA}" presName="negativeSpace" presStyleCnt="0"/>
      <dgm:spPr/>
    </dgm:pt>
    <dgm:pt modelId="{F9010637-ACCE-4CCF-BCB4-AD4E243771BD}" type="pres">
      <dgm:prSet presAssocID="{316EF30F-FB83-482B-B2EB-A077E9572CCA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E8C6ED03-6BF4-485F-90D9-3CE8BFF743FB}" srcId="{92AB22F3-7177-47A0-A42A-ABD6EC9048B8}" destId="{C14FE942-2F57-42DF-B4B7-F6C19A877AC7}" srcOrd="0" destOrd="0" parTransId="{EFDB6114-2D3F-47CC-9E88-8D8B32586DC6}" sibTransId="{8743B15B-C9F0-4704-A629-6592D82DB877}"/>
    <dgm:cxn modelId="{ADCAC71E-9A14-4106-A973-90A493BC1557}" type="presOf" srcId="{D1B2FF5B-A35E-4939-9ADD-33BFCA4F9FD3}" destId="{4E902539-D8AD-4D78-98D2-DD9F102960E9}" srcOrd="0" destOrd="0" presId="urn:microsoft.com/office/officeart/2005/8/layout/list1"/>
    <dgm:cxn modelId="{4ADAF125-D7C2-4E19-8967-572289587332}" type="presOf" srcId="{080E485F-CA07-40D2-A7F2-44FEAF8CD7A2}" destId="{E6A6D0F7-5C44-457D-8079-A199B8F3B7CB}" srcOrd="0" destOrd="0" presId="urn:microsoft.com/office/officeart/2005/8/layout/list1"/>
    <dgm:cxn modelId="{44C69529-2FCE-475C-B01E-54D535E155DF}" srcId="{080E485F-CA07-40D2-A7F2-44FEAF8CD7A2}" destId="{4157D3A2-21B2-4CB4-8D78-B80749B3DDBF}" srcOrd="0" destOrd="0" parTransId="{8AE18167-DF15-4E84-B865-506B13F0952C}" sibTransId="{43E8192E-0F5A-411B-8121-2847F2AF3012}"/>
    <dgm:cxn modelId="{ADC01D2A-45F5-4E53-8F8C-7EB69470B1ED}" srcId="{316EF30F-FB83-482B-B2EB-A077E9572CCA}" destId="{2F6BBE40-821F-4CE9-8950-1C9A9E6A85EC}" srcOrd="1" destOrd="0" parTransId="{A4E0109E-F47B-4B47-A5D6-01D121C0838F}" sibTransId="{4BD5BCCA-4CAD-4F0C-B5C1-5E56DC967EE3}"/>
    <dgm:cxn modelId="{2B29F32A-4F44-43EC-8D6F-198DF25CC77E}" type="presOf" srcId="{D09ABB22-470C-4A22-99BF-DA456E2D85D2}" destId="{4E902539-D8AD-4D78-98D2-DD9F102960E9}" srcOrd="0" destOrd="1" presId="urn:microsoft.com/office/officeart/2005/8/layout/list1"/>
    <dgm:cxn modelId="{D3D5122F-868D-4E31-8C8A-06BE79A8520A}" srcId="{C14FE942-2F57-42DF-B4B7-F6C19A877AC7}" destId="{9D44C190-7EB4-4E8A-90E4-866C830C3C0D}" srcOrd="1" destOrd="0" parTransId="{AB0AD793-DA31-44F3-B066-12978C518911}" sibTransId="{1A56B6D2-FF85-480C-A58E-27E2F1EA8B15}"/>
    <dgm:cxn modelId="{BFFF5935-B11D-4610-9CF2-D07B5BB51678}" type="presOf" srcId="{DFD3E0AD-AE9F-466F-90DB-0E2D82AB2514}" destId="{46338074-957F-4052-83D3-29243009847E}" srcOrd="1" destOrd="0" presId="urn:microsoft.com/office/officeart/2005/8/layout/list1"/>
    <dgm:cxn modelId="{5B02BD5C-729F-4A5C-9ABF-9FA2007B95FF}" type="presOf" srcId="{4157D3A2-21B2-4CB4-8D78-B80749B3DDBF}" destId="{E6A6D0F7-5C44-457D-8079-A199B8F3B7CB}" srcOrd="0" destOrd="1" presId="urn:microsoft.com/office/officeart/2005/8/layout/list1"/>
    <dgm:cxn modelId="{1FD26A5D-49B8-4CEB-BD9D-468C87641246}" type="presOf" srcId="{167E4C39-1883-49DE-87E0-7A567E07A858}" destId="{F9010637-ACCE-4CCF-BCB4-AD4E243771BD}" srcOrd="0" destOrd="0" presId="urn:microsoft.com/office/officeart/2005/8/layout/list1"/>
    <dgm:cxn modelId="{530F2F45-ED70-4862-B681-C67DFE45812A}" srcId="{2EAB74D5-B20A-45B5-873D-0C416403C285}" destId="{3FDF2C4F-2944-4C51-A221-8F787C7BA25B}" srcOrd="1" destOrd="0" parTransId="{4735D0D9-0FBF-4319-8D33-E74513D88A79}" sibTransId="{BC61A478-EDFE-4774-B621-0EE0ADF15B40}"/>
    <dgm:cxn modelId="{14C35247-109A-4E6B-9E96-9262824D5318}" type="presOf" srcId="{9D44C190-7EB4-4E8A-90E4-866C830C3C0D}" destId="{E6A6D0F7-5C44-457D-8079-A199B8F3B7CB}" srcOrd="0" destOrd="2" presId="urn:microsoft.com/office/officeart/2005/8/layout/list1"/>
    <dgm:cxn modelId="{638A8E4E-85D4-4CAD-A1FA-8AD1C0EBE387}" srcId="{2EAB74D5-B20A-45B5-873D-0C416403C285}" destId="{92993DA0-48ED-4617-AC42-1EA164376C5A}" srcOrd="0" destOrd="0" parTransId="{E3957DAE-4F08-4AC2-A180-5BA1E4C6E2C8}" sibTransId="{A4AF3184-B25A-401C-B00F-28CB903F18E0}"/>
    <dgm:cxn modelId="{34936D52-FA7A-402B-8947-EDF31D42D914}" srcId="{9D44C190-7EB4-4E8A-90E4-866C830C3C0D}" destId="{E128248D-1859-46F2-B3BB-C5A953DA237F}" srcOrd="0" destOrd="0" parTransId="{08502D20-99FE-49EA-B795-2BC50389ED67}" sibTransId="{90819867-513D-4CCE-ABB2-9D714F0D4E15}"/>
    <dgm:cxn modelId="{06BDC55A-3FF9-465F-A2FF-35DF25C4F43A}" srcId="{DFD3E0AD-AE9F-466F-90DB-0E2D82AB2514}" destId="{85BEB710-2FBF-4D41-B978-B45E9F30A48E}" srcOrd="2" destOrd="0" parTransId="{BF359127-530C-42C1-9DAE-D801C75BF79A}" sibTransId="{B250C476-DC8E-4F88-B2F2-F66D4802781A}"/>
    <dgm:cxn modelId="{31C2DC82-B71D-4BEA-8B21-18B9F9785C4D}" type="presOf" srcId="{2EAB74D5-B20A-45B5-873D-0C416403C285}" destId="{462CBEFE-19F6-4CC3-8C7D-973AA8A1D839}" srcOrd="1" destOrd="0" presId="urn:microsoft.com/office/officeart/2005/8/layout/list1"/>
    <dgm:cxn modelId="{5827C28D-4754-4CDB-87AA-65F28C0CC0B0}" srcId="{316EF30F-FB83-482B-B2EB-A077E9572CCA}" destId="{979117BA-0F6B-47E3-8B4D-B9B5237C7CB2}" srcOrd="2" destOrd="0" parTransId="{221CC898-7DEA-4D30-8A5F-6EEFE6342E45}" sibTransId="{E2D81D26-52EC-469F-A4C8-048C1B394898}"/>
    <dgm:cxn modelId="{AC3C879C-D679-4BB8-8B76-C5A4B4DE8BD0}" type="presOf" srcId="{85BEB710-2FBF-4D41-B978-B45E9F30A48E}" destId="{4E902539-D8AD-4D78-98D2-DD9F102960E9}" srcOrd="0" destOrd="2" presId="urn:microsoft.com/office/officeart/2005/8/layout/list1"/>
    <dgm:cxn modelId="{E290709D-6EEE-461B-8368-C28F0CA6D633}" type="presOf" srcId="{E128248D-1859-46F2-B3BB-C5A953DA237F}" destId="{E6A6D0F7-5C44-457D-8079-A199B8F3B7CB}" srcOrd="0" destOrd="3" presId="urn:microsoft.com/office/officeart/2005/8/layout/list1"/>
    <dgm:cxn modelId="{822F24A0-76C6-4A39-9D80-B8C57FCDCC55}" type="presOf" srcId="{979117BA-0F6B-47E3-8B4D-B9B5237C7CB2}" destId="{F9010637-ACCE-4CCF-BCB4-AD4E243771BD}" srcOrd="0" destOrd="2" presId="urn:microsoft.com/office/officeart/2005/8/layout/list1"/>
    <dgm:cxn modelId="{810DF4A2-FA6D-405A-9B23-32BF65B2F58D}" type="presOf" srcId="{92AB22F3-7177-47A0-A42A-ABD6EC9048B8}" destId="{26F9207F-9AA1-4E93-84AF-2F234B7049F7}" srcOrd="0" destOrd="0" presId="urn:microsoft.com/office/officeart/2005/8/layout/list1"/>
    <dgm:cxn modelId="{72725EAB-4972-44AB-B382-AE6FEE2E4370}" type="presOf" srcId="{2EAB74D5-B20A-45B5-873D-0C416403C285}" destId="{171E8699-8831-4999-AEFF-69B6C9BD2E23}" srcOrd="0" destOrd="0" presId="urn:microsoft.com/office/officeart/2005/8/layout/list1"/>
    <dgm:cxn modelId="{C2D0C3B2-5A84-43F3-9C2E-819CC959D8B7}" type="presOf" srcId="{2F6BBE40-821F-4CE9-8950-1C9A9E6A85EC}" destId="{F9010637-ACCE-4CCF-BCB4-AD4E243771BD}" srcOrd="0" destOrd="1" presId="urn:microsoft.com/office/officeart/2005/8/layout/list1"/>
    <dgm:cxn modelId="{A9AAEEB9-E86E-4499-BE4C-F739EB7CC8FF}" type="presOf" srcId="{C14FE942-2F57-42DF-B4B7-F6C19A877AC7}" destId="{D6DF529A-1F7F-4AC8-B383-D06F14225263}" srcOrd="0" destOrd="0" presId="urn:microsoft.com/office/officeart/2005/8/layout/list1"/>
    <dgm:cxn modelId="{D78956BA-8FBB-4E87-9ED4-6160805E5355}" srcId="{DFD3E0AD-AE9F-466F-90DB-0E2D82AB2514}" destId="{D09ABB22-470C-4A22-99BF-DA456E2D85D2}" srcOrd="1" destOrd="0" parTransId="{7934D63E-410E-4BE2-9160-EE13C15AAD44}" sibTransId="{A155BE18-8E10-453B-8137-DB533E193014}"/>
    <dgm:cxn modelId="{3F8C20C7-8E1D-4221-94E7-2E7AED0A61FF}" srcId="{92AB22F3-7177-47A0-A42A-ABD6EC9048B8}" destId="{316EF30F-FB83-482B-B2EB-A077E9572CCA}" srcOrd="3" destOrd="0" parTransId="{96606B18-4D27-4D89-A224-F7C9BED9C55A}" sibTransId="{ED79A8CB-0ADD-46A4-A455-C3BAFD9EFC5E}"/>
    <dgm:cxn modelId="{DEB6C3D4-99B4-4D53-8929-F65FAF3CC4B8}" type="presOf" srcId="{C14FE942-2F57-42DF-B4B7-F6C19A877AC7}" destId="{0EE01FD1-F9A0-4100-8A85-EEE7B7D14352}" srcOrd="1" destOrd="0" presId="urn:microsoft.com/office/officeart/2005/8/layout/list1"/>
    <dgm:cxn modelId="{E55BA3DC-ED54-4076-AEFE-8D6424696AA9}" srcId="{DFD3E0AD-AE9F-466F-90DB-0E2D82AB2514}" destId="{D1B2FF5B-A35E-4939-9ADD-33BFCA4F9FD3}" srcOrd="0" destOrd="0" parTransId="{2D2405B4-AD02-4A15-BA23-BEF42D276B7F}" sibTransId="{7EF7858B-9A7A-48B9-8A14-6850B61209DA}"/>
    <dgm:cxn modelId="{931D63DD-BFA7-4C96-A702-2D567007CE2B}" type="presOf" srcId="{92993DA0-48ED-4617-AC42-1EA164376C5A}" destId="{3110AA42-6AB0-411B-98B3-1DA64F70D871}" srcOrd="0" destOrd="0" presId="urn:microsoft.com/office/officeart/2005/8/layout/list1"/>
    <dgm:cxn modelId="{5C9BCEDD-0357-43B3-8DB4-88FFE874EB93}" srcId="{316EF30F-FB83-482B-B2EB-A077E9572CCA}" destId="{167E4C39-1883-49DE-87E0-7A567E07A858}" srcOrd="0" destOrd="0" parTransId="{385EDDF9-4E15-450E-B990-BB32024267BF}" sibTransId="{389914EC-F37A-4950-AFFF-3DAEBCA98FD9}"/>
    <dgm:cxn modelId="{850010E3-A6C8-4CC5-B0A2-B8BB901AE78E}" type="presOf" srcId="{3FDF2C4F-2944-4C51-A221-8F787C7BA25B}" destId="{3110AA42-6AB0-411B-98B3-1DA64F70D871}" srcOrd="0" destOrd="1" presId="urn:microsoft.com/office/officeart/2005/8/layout/list1"/>
    <dgm:cxn modelId="{9628EBE5-2450-40D5-9C9C-813B71CCD4F9}" type="presOf" srcId="{316EF30F-FB83-482B-B2EB-A077E9572CCA}" destId="{94988F93-5540-481A-BC32-E68BFCB6A32F}" srcOrd="0" destOrd="0" presId="urn:microsoft.com/office/officeart/2005/8/layout/list1"/>
    <dgm:cxn modelId="{85D56FE6-0293-47D1-82B6-73E72585EC67}" type="presOf" srcId="{DFD3E0AD-AE9F-466F-90DB-0E2D82AB2514}" destId="{D2EBC943-65F4-4714-BEFE-456EBE8DA22C}" srcOrd="0" destOrd="0" presId="urn:microsoft.com/office/officeart/2005/8/layout/list1"/>
    <dgm:cxn modelId="{0A20C8EC-B127-4EC6-9FE8-59C603FB3E60}" srcId="{92AB22F3-7177-47A0-A42A-ABD6EC9048B8}" destId="{DFD3E0AD-AE9F-466F-90DB-0E2D82AB2514}" srcOrd="1" destOrd="0" parTransId="{54D8DB01-9586-4876-8B85-9FD128E4DBF3}" sibTransId="{CC68407C-B45A-4E5D-B394-6875A72E3F1F}"/>
    <dgm:cxn modelId="{148AF3F1-7119-4ED2-8746-F166DE800F11}" srcId="{92AB22F3-7177-47A0-A42A-ABD6EC9048B8}" destId="{2EAB74D5-B20A-45B5-873D-0C416403C285}" srcOrd="2" destOrd="0" parTransId="{F65356F8-631C-4499-83C3-B862175EB0AA}" sibTransId="{EEC959AA-7D25-455D-9BAC-F1BF57441A8F}"/>
    <dgm:cxn modelId="{5BDDB0F7-0495-4671-A988-020B1F52AF39}" type="presOf" srcId="{316EF30F-FB83-482B-B2EB-A077E9572CCA}" destId="{1644E79F-3317-44A4-A8CF-D65A3610291B}" srcOrd="1" destOrd="0" presId="urn:microsoft.com/office/officeart/2005/8/layout/list1"/>
    <dgm:cxn modelId="{463D40FD-D634-4304-9473-5AF9F1BAFEA4}" srcId="{C14FE942-2F57-42DF-B4B7-F6C19A877AC7}" destId="{080E485F-CA07-40D2-A7F2-44FEAF8CD7A2}" srcOrd="0" destOrd="0" parTransId="{FC1BD0EC-26DD-46B8-87CC-EDFB8100E10B}" sibTransId="{22AC6C41-9764-4712-A3F1-AA391A2517C3}"/>
    <dgm:cxn modelId="{FD439297-8A1C-4E7E-976E-EE1EA488B6C3}" type="presParOf" srcId="{26F9207F-9AA1-4E93-84AF-2F234B7049F7}" destId="{CE4B4EA2-C78B-47DB-A4C4-8A8FBFBBB4A8}" srcOrd="0" destOrd="0" presId="urn:microsoft.com/office/officeart/2005/8/layout/list1"/>
    <dgm:cxn modelId="{D202ABA1-C86C-4673-857A-F77FFD591987}" type="presParOf" srcId="{CE4B4EA2-C78B-47DB-A4C4-8A8FBFBBB4A8}" destId="{D6DF529A-1F7F-4AC8-B383-D06F14225263}" srcOrd="0" destOrd="0" presId="urn:microsoft.com/office/officeart/2005/8/layout/list1"/>
    <dgm:cxn modelId="{24924E65-9045-489C-941B-D409BFB8C687}" type="presParOf" srcId="{CE4B4EA2-C78B-47DB-A4C4-8A8FBFBBB4A8}" destId="{0EE01FD1-F9A0-4100-8A85-EEE7B7D14352}" srcOrd="1" destOrd="0" presId="urn:microsoft.com/office/officeart/2005/8/layout/list1"/>
    <dgm:cxn modelId="{A096F73A-67C9-47B9-991A-E7462ACD26CD}" type="presParOf" srcId="{26F9207F-9AA1-4E93-84AF-2F234B7049F7}" destId="{5C349EC4-D594-47CC-9F12-86C384FBB769}" srcOrd="1" destOrd="0" presId="urn:microsoft.com/office/officeart/2005/8/layout/list1"/>
    <dgm:cxn modelId="{5EC254F9-2010-4A8F-B255-84762A0D10A7}" type="presParOf" srcId="{26F9207F-9AA1-4E93-84AF-2F234B7049F7}" destId="{E6A6D0F7-5C44-457D-8079-A199B8F3B7CB}" srcOrd="2" destOrd="0" presId="urn:microsoft.com/office/officeart/2005/8/layout/list1"/>
    <dgm:cxn modelId="{039581E4-4396-4621-A630-5A4F87B4728E}" type="presParOf" srcId="{26F9207F-9AA1-4E93-84AF-2F234B7049F7}" destId="{A29C9FD3-76F9-4182-A418-E3D2AB2B5207}" srcOrd="3" destOrd="0" presId="urn:microsoft.com/office/officeart/2005/8/layout/list1"/>
    <dgm:cxn modelId="{51EC3E44-AABE-409F-9CAD-A0EA55C7C88D}" type="presParOf" srcId="{26F9207F-9AA1-4E93-84AF-2F234B7049F7}" destId="{170674DC-CD32-4593-89F7-1771FC25C249}" srcOrd="4" destOrd="0" presId="urn:microsoft.com/office/officeart/2005/8/layout/list1"/>
    <dgm:cxn modelId="{EDC38E00-96CD-4EC0-8544-2F122847DF9B}" type="presParOf" srcId="{170674DC-CD32-4593-89F7-1771FC25C249}" destId="{D2EBC943-65F4-4714-BEFE-456EBE8DA22C}" srcOrd="0" destOrd="0" presId="urn:microsoft.com/office/officeart/2005/8/layout/list1"/>
    <dgm:cxn modelId="{7DC4CD31-3803-4C06-B923-1399EF36AB73}" type="presParOf" srcId="{170674DC-CD32-4593-89F7-1771FC25C249}" destId="{46338074-957F-4052-83D3-29243009847E}" srcOrd="1" destOrd="0" presId="urn:microsoft.com/office/officeart/2005/8/layout/list1"/>
    <dgm:cxn modelId="{F9C065D0-F718-468C-93D0-44832257A41F}" type="presParOf" srcId="{26F9207F-9AA1-4E93-84AF-2F234B7049F7}" destId="{F120A563-382E-433A-BEC9-53E983CCE48E}" srcOrd="5" destOrd="0" presId="urn:microsoft.com/office/officeart/2005/8/layout/list1"/>
    <dgm:cxn modelId="{3EE91EA0-C1F5-44DF-8476-0E07EEB20F2C}" type="presParOf" srcId="{26F9207F-9AA1-4E93-84AF-2F234B7049F7}" destId="{4E902539-D8AD-4D78-98D2-DD9F102960E9}" srcOrd="6" destOrd="0" presId="urn:microsoft.com/office/officeart/2005/8/layout/list1"/>
    <dgm:cxn modelId="{A7DE9F5F-FF78-43F3-9573-F76F3FB5EFCB}" type="presParOf" srcId="{26F9207F-9AA1-4E93-84AF-2F234B7049F7}" destId="{62235903-233E-41C0-9A5F-6545572CD76A}" srcOrd="7" destOrd="0" presId="urn:microsoft.com/office/officeart/2005/8/layout/list1"/>
    <dgm:cxn modelId="{59C18079-0F6C-4142-A3C8-5386F41C97C4}" type="presParOf" srcId="{26F9207F-9AA1-4E93-84AF-2F234B7049F7}" destId="{18368F93-A4B2-48D8-9802-B90E7AFF1470}" srcOrd="8" destOrd="0" presId="urn:microsoft.com/office/officeart/2005/8/layout/list1"/>
    <dgm:cxn modelId="{56677A11-92DA-48B2-9F29-AC5E3910E16C}" type="presParOf" srcId="{18368F93-A4B2-48D8-9802-B90E7AFF1470}" destId="{171E8699-8831-4999-AEFF-69B6C9BD2E23}" srcOrd="0" destOrd="0" presId="urn:microsoft.com/office/officeart/2005/8/layout/list1"/>
    <dgm:cxn modelId="{F3C51B58-1A91-4F42-8D0C-526CBF1C6AA4}" type="presParOf" srcId="{18368F93-A4B2-48D8-9802-B90E7AFF1470}" destId="{462CBEFE-19F6-4CC3-8C7D-973AA8A1D839}" srcOrd="1" destOrd="0" presId="urn:microsoft.com/office/officeart/2005/8/layout/list1"/>
    <dgm:cxn modelId="{B2FB0B43-568C-4010-AAE4-F1F235C0689A}" type="presParOf" srcId="{26F9207F-9AA1-4E93-84AF-2F234B7049F7}" destId="{A63FAFC8-9117-43E1-9915-AAF04F10FEF4}" srcOrd="9" destOrd="0" presId="urn:microsoft.com/office/officeart/2005/8/layout/list1"/>
    <dgm:cxn modelId="{C1497172-EFF8-4DA0-89D3-5B224021D4F8}" type="presParOf" srcId="{26F9207F-9AA1-4E93-84AF-2F234B7049F7}" destId="{3110AA42-6AB0-411B-98B3-1DA64F70D871}" srcOrd="10" destOrd="0" presId="urn:microsoft.com/office/officeart/2005/8/layout/list1"/>
    <dgm:cxn modelId="{75C903C6-ABE0-483E-9BE7-8DB933A93E9F}" type="presParOf" srcId="{26F9207F-9AA1-4E93-84AF-2F234B7049F7}" destId="{FF583D7A-9394-486A-BD34-31FA209D8361}" srcOrd="11" destOrd="0" presId="urn:microsoft.com/office/officeart/2005/8/layout/list1"/>
    <dgm:cxn modelId="{AEE2969A-D4DB-4D60-B715-5EFF21B78A60}" type="presParOf" srcId="{26F9207F-9AA1-4E93-84AF-2F234B7049F7}" destId="{A22CBC1D-8A7A-4FBD-ACFA-062124B4A859}" srcOrd="12" destOrd="0" presId="urn:microsoft.com/office/officeart/2005/8/layout/list1"/>
    <dgm:cxn modelId="{5D6471B7-DDB9-404C-8FA3-D306CF4BCBCA}" type="presParOf" srcId="{A22CBC1D-8A7A-4FBD-ACFA-062124B4A859}" destId="{94988F93-5540-481A-BC32-E68BFCB6A32F}" srcOrd="0" destOrd="0" presId="urn:microsoft.com/office/officeart/2005/8/layout/list1"/>
    <dgm:cxn modelId="{E455E57D-5912-44F0-9681-F5CC1E01E694}" type="presParOf" srcId="{A22CBC1D-8A7A-4FBD-ACFA-062124B4A859}" destId="{1644E79F-3317-44A4-A8CF-D65A3610291B}" srcOrd="1" destOrd="0" presId="urn:microsoft.com/office/officeart/2005/8/layout/list1"/>
    <dgm:cxn modelId="{2E0CE3D0-7995-4605-9FE1-FC41B4B517E4}" type="presParOf" srcId="{26F9207F-9AA1-4E93-84AF-2F234B7049F7}" destId="{F1EF4E2D-91D6-495A-8AD5-325FCE77E630}" srcOrd="13" destOrd="0" presId="urn:microsoft.com/office/officeart/2005/8/layout/list1"/>
    <dgm:cxn modelId="{857A5F75-9CF2-405C-804F-81589DA36E9F}" type="presParOf" srcId="{26F9207F-9AA1-4E93-84AF-2F234B7049F7}" destId="{F9010637-ACCE-4CCF-BCB4-AD4E243771BD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3964874-B111-4C02-BEE0-9D0DD3DD5FAF}" type="doc">
      <dgm:prSet loTypeId="urn:microsoft.com/office/officeart/2005/8/layout/list1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E05AB186-B5EC-4D72-8A6D-B4A4B94EA954}">
      <dgm:prSet/>
      <dgm:spPr/>
      <dgm:t>
        <a:bodyPr/>
        <a:lstStyle/>
        <a:p>
          <a:r>
            <a:rPr lang="en-US"/>
            <a:t>Overall Requirements</a:t>
          </a:r>
        </a:p>
      </dgm:t>
    </dgm:pt>
    <dgm:pt modelId="{6EC93399-75E3-4150-81AD-9DDAC41ABA08}" type="parTrans" cxnId="{E117ABE1-564F-4426-82E4-D1FBB6B2D92F}">
      <dgm:prSet/>
      <dgm:spPr/>
      <dgm:t>
        <a:bodyPr/>
        <a:lstStyle/>
        <a:p>
          <a:endParaRPr lang="en-US"/>
        </a:p>
      </dgm:t>
    </dgm:pt>
    <dgm:pt modelId="{C8552E33-255D-446A-AEA3-9767F3855EFE}" type="sibTrans" cxnId="{E117ABE1-564F-4426-82E4-D1FBB6B2D92F}">
      <dgm:prSet/>
      <dgm:spPr/>
      <dgm:t>
        <a:bodyPr/>
        <a:lstStyle/>
        <a:p>
          <a:endParaRPr lang="en-US"/>
        </a:p>
      </dgm:t>
    </dgm:pt>
    <dgm:pt modelId="{7969E0DD-1CDF-4CA8-8F74-10378578A56F}">
      <dgm:prSet/>
      <dgm:spPr/>
      <dgm:t>
        <a:bodyPr/>
        <a:lstStyle/>
        <a:p>
          <a:r>
            <a:rPr lang="en-US" dirty="0"/>
            <a:t>Functional: User registration and login, inventory management, and volunteer hour tracking</a:t>
          </a:r>
        </a:p>
      </dgm:t>
    </dgm:pt>
    <dgm:pt modelId="{EE0C0A80-4B07-440A-A148-4FFB55F6373A}" type="parTrans" cxnId="{A3E2D90D-69DF-4546-9281-89B7300889F9}">
      <dgm:prSet/>
      <dgm:spPr/>
      <dgm:t>
        <a:bodyPr/>
        <a:lstStyle/>
        <a:p>
          <a:endParaRPr lang="en-US"/>
        </a:p>
      </dgm:t>
    </dgm:pt>
    <dgm:pt modelId="{C3A3B964-0E19-4A27-BDBE-FC446A53494A}" type="sibTrans" cxnId="{A3E2D90D-69DF-4546-9281-89B7300889F9}">
      <dgm:prSet/>
      <dgm:spPr/>
      <dgm:t>
        <a:bodyPr/>
        <a:lstStyle/>
        <a:p>
          <a:endParaRPr lang="en-US"/>
        </a:p>
      </dgm:t>
    </dgm:pt>
    <dgm:pt modelId="{DE4E1B51-85C9-4FBB-97C0-214C4630D7E8}">
      <dgm:prSet/>
      <dgm:spPr/>
      <dgm:t>
        <a:bodyPr/>
        <a:lstStyle/>
        <a:p>
          <a:r>
            <a:rPr lang="en-US"/>
            <a:t>Related hardware integration and report generation for these requirements</a:t>
          </a:r>
        </a:p>
      </dgm:t>
    </dgm:pt>
    <dgm:pt modelId="{B72E8FE6-3F9E-4017-A03F-F5F7D3BD3B43}" type="parTrans" cxnId="{7F53FEDD-11E1-434A-A788-56D47E57E6AB}">
      <dgm:prSet/>
      <dgm:spPr/>
      <dgm:t>
        <a:bodyPr/>
        <a:lstStyle/>
        <a:p>
          <a:endParaRPr lang="en-US"/>
        </a:p>
      </dgm:t>
    </dgm:pt>
    <dgm:pt modelId="{AE392C99-8DDA-4B63-BFDA-9A378E5C4B02}" type="sibTrans" cxnId="{7F53FEDD-11E1-434A-A788-56D47E57E6AB}">
      <dgm:prSet/>
      <dgm:spPr/>
      <dgm:t>
        <a:bodyPr/>
        <a:lstStyle/>
        <a:p>
          <a:endParaRPr lang="en-US"/>
        </a:p>
      </dgm:t>
    </dgm:pt>
    <dgm:pt modelId="{ABB4244F-9FE2-4DB0-BE08-E61A222788F8}">
      <dgm:prSet/>
      <dgm:spPr/>
      <dgm:t>
        <a:bodyPr/>
        <a:lstStyle/>
        <a:p>
          <a:r>
            <a:rPr lang="en-US" dirty="0"/>
            <a:t>Non-functional: Security, performance, uptime, accuracy, usability, learnability</a:t>
          </a:r>
        </a:p>
      </dgm:t>
    </dgm:pt>
    <dgm:pt modelId="{C6957A3D-EFC4-4C71-A288-7BF11B40D52C}" type="parTrans" cxnId="{B809BE31-750B-4892-A635-E90722645CF3}">
      <dgm:prSet/>
      <dgm:spPr/>
      <dgm:t>
        <a:bodyPr/>
        <a:lstStyle/>
        <a:p>
          <a:endParaRPr lang="en-US"/>
        </a:p>
      </dgm:t>
    </dgm:pt>
    <dgm:pt modelId="{555B93E1-1088-497F-8EE4-42E6E045E27E}" type="sibTrans" cxnId="{B809BE31-750B-4892-A635-E90722645CF3}">
      <dgm:prSet/>
      <dgm:spPr/>
      <dgm:t>
        <a:bodyPr/>
        <a:lstStyle/>
        <a:p>
          <a:endParaRPr lang="en-US"/>
        </a:p>
      </dgm:t>
    </dgm:pt>
    <dgm:pt modelId="{E8528810-CE38-4F0A-95AD-BD5C0D56B552}">
      <dgm:prSet/>
      <dgm:spPr/>
      <dgm:t>
        <a:bodyPr/>
        <a:lstStyle/>
        <a:p>
          <a:r>
            <a:rPr lang="en-US"/>
            <a:t>Ensures streamlined performance for food pantry tasks</a:t>
          </a:r>
        </a:p>
      </dgm:t>
    </dgm:pt>
    <dgm:pt modelId="{3AA91F26-CA8C-4BDB-9111-5A7AFF4DE9F4}" type="parTrans" cxnId="{897662C3-EF30-4378-890C-19E48C55F012}">
      <dgm:prSet/>
      <dgm:spPr/>
      <dgm:t>
        <a:bodyPr/>
        <a:lstStyle/>
        <a:p>
          <a:endParaRPr lang="en-US"/>
        </a:p>
      </dgm:t>
    </dgm:pt>
    <dgm:pt modelId="{7E52E171-8633-472F-A529-99BCF278503B}" type="sibTrans" cxnId="{897662C3-EF30-4378-890C-19E48C55F012}">
      <dgm:prSet/>
      <dgm:spPr/>
      <dgm:t>
        <a:bodyPr/>
        <a:lstStyle/>
        <a:p>
          <a:endParaRPr lang="en-US"/>
        </a:p>
      </dgm:t>
    </dgm:pt>
    <dgm:pt modelId="{03491E47-1B84-4F20-BB76-D9AF9ED1C091}">
      <dgm:prSet/>
      <dgm:spPr/>
      <dgm:t>
        <a:bodyPr/>
        <a:lstStyle/>
        <a:p>
          <a:r>
            <a:rPr lang="en-US"/>
            <a:t>Implemented Requirements</a:t>
          </a:r>
        </a:p>
      </dgm:t>
    </dgm:pt>
    <dgm:pt modelId="{26DDA9FB-CE5F-4A60-AD7F-37F781F09ACF}" type="parTrans" cxnId="{E83AEC71-B240-4FE9-B0F7-96AA675EF619}">
      <dgm:prSet/>
      <dgm:spPr/>
      <dgm:t>
        <a:bodyPr/>
        <a:lstStyle/>
        <a:p>
          <a:endParaRPr lang="en-US"/>
        </a:p>
      </dgm:t>
    </dgm:pt>
    <dgm:pt modelId="{1512A4D7-FF95-40FB-8B53-A7EABB7558BF}" type="sibTrans" cxnId="{E83AEC71-B240-4FE9-B0F7-96AA675EF619}">
      <dgm:prSet/>
      <dgm:spPr/>
      <dgm:t>
        <a:bodyPr/>
        <a:lstStyle/>
        <a:p>
          <a:endParaRPr lang="en-US"/>
        </a:p>
      </dgm:t>
    </dgm:pt>
    <dgm:pt modelId="{76D4D080-433C-4897-A94D-40080B1AEC20}">
      <dgm:prSet/>
      <dgm:spPr/>
      <dgm:t>
        <a:bodyPr/>
        <a:lstStyle/>
        <a:p>
          <a:r>
            <a:rPr lang="en-US"/>
            <a:t>Inventory management</a:t>
          </a:r>
        </a:p>
      </dgm:t>
    </dgm:pt>
    <dgm:pt modelId="{72E9F55E-0D14-4155-8484-B38D3C5E4972}" type="parTrans" cxnId="{F3141D4A-517C-44AB-AEB1-482C79902FEC}">
      <dgm:prSet/>
      <dgm:spPr/>
      <dgm:t>
        <a:bodyPr/>
        <a:lstStyle/>
        <a:p>
          <a:endParaRPr lang="en-US"/>
        </a:p>
      </dgm:t>
    </dgm:pt>
    <dgm:pt modelId="{B1DDEB0A-AD46-47A5-9CCD-91D9820E7F14}" type="sibTrans" cxnId="{F3141D4A-517C-44AB-AEB1-482C79902FEC}">
      <dgm:prSet/>
      <dgm:spPr/>
      <dgm:t>
        <a:bodyPr/>
        <a:lstStyle/>
        <a:p>
          <a:endParaRPr lang="en-US"/>
        </a:p>
      </dgm:t>
    </dgm:pt>
    <dgm:pt modelId="{719C1498-9FB3-46A0-8036-B9CE688FCDE8}">
      <dgm:prSet/>
      <dgm:spPr/>
      <dgm:t>
        <a:bodyPr/>
        <a:lstStyle/>
        <a:p>
          <a:r>
            <a:rPr lang="en-US"/>
            <a:t>User registration and login </a:t>
          </a:r>
        </a:p>
      </dgm:t>
    </dgm:pt>
    <dgm:pt modelId="{2E3C13BB-7066-4B0D-8EE2-B1F2051B37E6}" type="parTrans" cxnId="{6BFEFCE3-32E5-494C-B36C-12233B30F316}">
      <dgm:prSet/>
      <dgm:spPr/>
      <dgm:t>
        <a:bodyPr/>
        <a:lstStyle/>
        <a:p>
          <a:endParaRPr lang="en-US"/>
        </a:p>
      </dgm:t>
    </dgm:pt>
    <dgm:pt modelId="{11267F2D-0DC4-4117-BC6A-A13EBCE2BE58}" type="sibTrans" cxnId="{6BFEFCE3-32E5-494C-B36C-12233B30F316}">
      <dgm:prSet/>
      <dgm:spPr/>
      <dgm:t>
        <a:bodyPr/>
        <a:lstStyle/>
        <a:p>
          <a:endParaRPr lang="en-US"/>
        </a:p>
      </dgm:t>
    </dgm:pt>
    <dgm:pt modelId="{CD82123E-90D3-4E46-8C9B-E787799F5012}">
      <dgm:prSet/>
      <dgm:spPr/>
      <dgm:t>
        <a:bodyPr/>
        <a:lstStyle/>
        <a:p>
          <a:r>
            <a:rPr lang="en-US"/>
            <a:t>Barcode scanner integration</a:t>
          </a:r>
        </a:p>
      </dgm:t>
    </dgm:pt>
    <dgm:pt modelId="{260C8C45-CC0A-4578-A040-5F6A32A68CE8}" type="parTrans" cxnId="{362833A0-47CF-4D40-B34C-05E090E1AA83}">
      <dgm:prSet/>
      <dgm:spPr/>
      <dgm:t>
        <a:bodyPr/>
        <a:lstStyle/>
        <a:p>
          <a:endParaRPr lang="en-US"/>
        </a:p>
      </dgm:t>
    </dgm:pt>
    <dgm:pt modelId="{142E4CFB-CCB5-44F0-A2D3-4F18AB7D20C9}" type="sibTrans" cxnId="{362833A0-47CF-4D40-B34C-05E090E1AA83}">
      <dgm:prSet/>
      <dgm:spPr/>
      <dgm:t>
        <a:bodyPr/>
        <a:lstStyle/>
        <a:p>
          <a:endParaRPr lang="en-US"/>
        </a:p>
      </dgm:t>
    </dgm:pt>
    <dgm:pt modelId="{8F06F317-BC9D-46C9-A2CF-72770D33E35C}" type="pres">
      <dgm:prSet presAssocID="{F3964874-B111-4C02-BEE0-9D0DD3DD5FAF}" presName="linear" presStyleCnt="0">
        <dgm:presLayoutVars>
          <dgm:dir/>
          <dgm:animLvl val="lvl"/>
          <dgm:resizeHandles val="exact"/>
        </dgm:presLayoutVars>
      </dgm:prSet>
      <dgm:spPr/>
    </dgm:pt>
    <dgm:pt modelId="{B5DFC0FE-8EC2-4397-B706-997491BEC66F}" type="pres">
      <dgm:prSet presAssocID="{E05AB186-B5EC-4D72-8A6D-B4A4B94EA954}" presName="parentLin" presStyleCnt="0"/>
      <dgm:spPr/>
    </dgm:pt>
    <dgm:pt modelId="{5C98997A-64A8-4A68-9CC9-BDD886B96FA6}" type="pres">
      <dgm:prSet presAssocID="{E05AB186-B5EC-4D72-8A6D-B4A4B94EA954}" presName="parentLeftMargin" presStyleLbl="node1" presStyleIdx="0" presStyleCnt="2"/>
      <dgm:spPr/>
    </dgm:pt>
    <dgm:pt modelId="{A96778D7-C068-44BD-90C7-F4F086DF021E}" type="pres">
      <dgm:prSet presAssocID="{E05AB186-B5EC-4D72-8A6D-B4A4B94EA954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287A4079-7E13-496A-9782-A2E31C718597}" type="pres">
      <dgm:prSet presAssocID="{E05AB186-B5EC-4D72-8A6D-B4A4B94EA954}" presName="negativeSpace" presStyleCnt="0"/>
      <dgm:spPr/>
    </dgm:pt>
    <dgm:pt modelId="{635CE4B0-6D2C-4F70-ADC6-B58BBD445E53}" type="pres">
      <dgm:prSet presAssocID="{E05AB186-B5EC-4D72-8A6D-B4A4B94EA954}" presName="childText" presStyleLbl="conFgAcc1" presStyleIdx="0" presStyleCnt="2">
        <dgm:presLayoutVars>
          <dgm:bulletEnabled val="1"/>
        </dgm:presLayoutVars>
      </dgm:prSet>
      <dgm:spPr/>
    </dgm:pt>
    <dgm:pt modelId="{F52E8510-DD0C-495E-A68F-3C109A20B7D0}" type="pres">
      <dgm:prSet presAssocID="{C8552E33-255D-446A-AEA3-9767F3855EFE}" presName="spaceBetweenRectangles" presStyleCnt="0"/>
      <dgm:spPr/>
    </dgm:pt>
    <dgm:pt modelId="{449B9533-2D0C-4AE2-96E5-D1EDFC5AF6A7}" type="pres">
      <dgm:prSet presAssocID="{03491E47-1B84-4F20-BB76-D9AF9ED1C091}" presName="parentLin" presStyleCnt="0"/>
      <dgm:spPr/>
    </dgm:pt>
    <dgm:pt modelId="{36FC72A8-8161-4037-B9C6-AB9361BC4FD3}" type="pres">
      <dgm:prSet presAssocID="{03491E47-1B84-4F20-BB76-D9AF9ED1C091}" presName="parentLeftMargin" presStyleLbl="node1" presStyleIdx="0" presStyleCnt="2"/>
      <dgm:spPr/>
    </dgm:pt>
    <dgm:pt modelId="{09139543-DB23-4518-915A-F6AA20B18BE8}" type="pres">
      <dgm:prSet presAssocID="{03491E47-1B84-4F20-BB76-D9AF9ED1C091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33B0308C-0EE7-4336-A5D7-73A2834FAE8F}" type="pres">
      <dgm:prSet presAssocID="{03491E47-1B84-4F20-BB76-D9AF9ED1C091}" presName="negativeSpace" presStyleCnt="0"/>
      <dgm:spPr/>
    </dgm:pt>
    <dgm:pt modelId="{8D2A477B-A591-4B83-95B5-FF4F2D54ABD2}" type="pres">
      <dgm:prSet presAssocID="{03491E47-1B84-4F20-BB76-D9AF9ED1C091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A3E2D90D-69DF-4546-9281-89B7300889F9}" srcId="{E05AB186-B5EC-4D72-8A6D-B4A4B94EA954}" destId="{7969E0DD-1CDF-4CA8-8F74-10378578A56F}" srcOrd="0" destOrd="0" parTransId="{EE0C0A80-4B07-440A-A148-4FFB55F6373A}" sibTransId="{C3A3B964-0E19-4A27-BDBE-FC446A53494A}"/>
    <dgm:cxn modelId="{AD11FD14-23BE-4E19-BC7D-A794C29631C7}" type="presOf" srcId="{76D4D080-433C-4897-A94D-40080B1AEC20}" destId="{8D2A477B-A591-4B83-95B5-FF4F2D54ABD2}" srcOrd="0" destOrd="0" presId="urn:microsoft.com/office/officeart/2005/8/layout/list1"/>
    <dgm:cxn modelId="{2268161B-433C-447D-BD6E-9691204046DF}" type="presOf" srcId="{E8528810-CE38-4F0A-95AD-BD5C0D56B552}" destId="{635CE4B0-6D2C-4F70-ADC6-B58BBD445E53}" srcOrd="0" destOrd="3" presId="urn:microsoft.com/office/officeart/2005/8/layout/list1"/>
    <dgm:cxn modelId="{B809BE31-750B-4892-A635-E90722645CF3}" srcId="{E05AB186-B5EC-4D72-8A6D-B4A4B94EA954}" destId="{ABB4244F-9FE2-4DB0-BE08-E61A222788F8}" srcOrd="1" destOrd="0" parTransId="{C6957A3D-EFC4-4C71-A288-7BF11B40D52C}" sibTransId="{555B93E1-1088-497F-8EE4-42E6E045E27E}"/>
    <dgm:cxn modelId="{32F7C736-C9C0-415A-BB27-DE93119D3601}" type="presOf" srcId="{F3964874-B111-4C02-BEE0-9D0DD3DD5FAF}" destId="{8F06F317-BC9D-46C9-A2CF-72770D33E35C}" srcOrd="0" destOrd="0" presId="urn:microsoft.com/office/officeart/2005/8/layout/list1"/>
    <dgm:cxn modelId="{CA45F25C-E672-4E88-B1E3-AC0F5A3DA494}" type="presOf" srcId="{ABB4244F-9FE2-4DB0-BE08-E61A222788F8}" destId="{635CE4B0-6D2C-4F70-ADC6-B58BBD445E53}" srcOrd="0" destOrd="2" presId="urn:microsoft.com/office/officeart/2005/8/layout/list1"/>
    <dgm:cxn modelId="{F3141D4A-517C-44AB-AEB1-482C79902FEC}" srcId="{03491E47-1B84-4F20-BB76-D9AF9ED1C091}" destId="{76D4D080-433C-4897-A94D-40080B1AEC20}" srcOrd="0" destOrd="0" parTransId="{72E9F55E-0D14-4155-8484-B38D3C5E4972}" sibTransId="{B1DDEB0A-AD46-47A5-9CCD-91D9820E7F14}"/>
    <dgm:cxn modelId="{E83AEC71-B240-4FE9-B0F7-96AA675EF619}" srcId="{F3964874-B111-4C02-BEE0-9D0DD3DD5FAF}" destId="{03491E47-1B84-4F20-BB76-D9AF9ED1C091}" srcOrd="1" destOrd="0" parTransId="{26DDA9FB-CE5F-4A60-AD7F-37F781F09ACF}" sibTransId="{1512A4D7-FF95-40FB-8B53-A7EABB7558BF}"/>
    <dgm:cxn modelId="{F30C8856-D1DB-46B3-86F9-AC31FADAEDFB}" type="presOf" srcId="{03491E47-1B84-4F20-BB76-D9AF9ED1C091}" destId="{09139543-DB23-4518-915A-F6AA20B18BE8}" srcOrd="1" destOrd="0" presId="urn:microsoft.com/office/officeart/2005/8/layout/list1"/>
    <dgm:cxn modelId="{4FD7A482-8E8B-4466-899A-11746D15CE42}" type="presOf" srcId="{719C1498-9FB3-46A0-8036-B9CE688FCDE8}" destId="{8D2A477B-A591-4B83-95B5-FF4F2D54ABD2}" srcOrd="0" destOrd="1" presId="urn:microsoft.com/office/officeart/2005/8/layout/list1"/>
    <dgm:cxn modelId="{9AF03A9A-7F65-4B10-B4E3-527DBCA3FBCB}" type="presOf" srcId="{03491E47-1B84-4F20-BB76-D9AF9ED1C091}" destId="{36FC72A8-8161-4037-B9C6-AB9361BC4FD3}" srcOrd="0" destOrd="0" presId="urn:microsoft.com/office/officeart/2005/8/layout/list1"/>
    <dgm:cxn modelId="{362833A0-47CF-4D40-B34C-05E090E1AA83}" srcId="{03491E47-1B84-4F20-BB76-D9AF9ED1C091}" destId="{CD82123E-90D3-4E46-8C9B-E787799F5012}" srcOrd="2" destOrd="0" parTransId="{260C8C45-CC0A-4578-A040-5F6A32A68CE8}" sibTransId="{142E4CFB-CCB5-44F0-A2D3-4F18AB7D20C9}"/>
    <dgm:cxn modelId="{10F4C6A5-65F8-4ED7-9F3D-EF98F5DA5A09}" type="presOf" srcId="{E05AB186-B5EC-4D72-8A6D-B4A4B94EA954}" destId="{5C98997A-64A8-4A68-9CC9-BDD886B96FA6}" srcOrd="0" destOrd="0" presId="urn:microsoft.com/office/officeart/2005/8/layout/list1"/>
    <dgm:cxn modelId="{320288A8-83ED-4E5F-8720-1D8D9B31324B}" type="presOf" srcId="{DE4E1B51-85C9-4FBB-97C0-214C4630D7E8}" destId="{635CE4B0-6D2C-4F70-ADC6-B58BBD445E53}" srcOrd="0" destOrd="1" presId="urn:microsoft.com/office/officeart/2005/8/layout/list1"/>
    <dgm:cxn modelId="{628AE8BB-C658-4EC9-91C9-C929732EBC60}" type="presOf" srcId="{7969E0DD-1CDF-4CA8-8F74-10378578A56F}" destId="{635CE4B0-6D2C-4F70-ADC6-B58BBD445E53}" srcOrd="0" destOrd="0" presId="urn:microsoft.com/office/officeart/2005/8/layout/list1"/>
    <dgm:cxn modelId="{897662C3-EF30-4378-890C-19E48C55F012}" srcId="{ABB4244F-9FE2-4DB0-BE08-E61A222788F8}" destId="{E8528810-CE38-4F0A-95AD-BD5C0D56B552}" srcOrd="0" destOrd="0" parTransId="{3AA91F26-CA8C-4BDB-9111-5A7AFF4DE9F4}" sibTransId="{7E52E171-8633-472F-A529-99BCF278503B}"/>
    <dgm:cxn modelId="{7D13B1CA-606A-4AF4-A4CA-AB0C4F023FEA}" type="presOf" srcId="{CD82123E-90D3-4E46-8C9B-E787799F5012}" destId="{8D2A477B-A591-4B83-95B5-FF4F2D54ABD2}" srcOrd="0" destOrd="2" presId="urn:microsoft.com/office/officeart/2005/8/layout/list1"/>
    <dgm:cxn modelId="{7F53FEDD-11E1-434A-A788-56D47E57E6AB}" srcId="{7969E0DD-1CDF-4CA8-8F74-10378578A56F}" destId="{DE4E1B51-85C9-4FBB-97C0-214C4630D7E8}" srcOrd="0" destOrd="0" parTransId="{B72E8FE6-3F9E-4017-A03F-F5F7D3BD3B43}" sibTransId="{AE392C99-8DDA-4B63-BFDA-9A378E5C4B02}"/>
    <dgm:cxn modelId="{E117ABE1-564F-4426-82E4-D1FBB6B2D92F}" srcId="{F3964874-B111-4C02-BEE0-9D0DD3DD5FAF}" destId="{E05AB186-B5EC-4D72-8A6D-B4A4B94EA954}" srcOrd="0" destOrd="0" parTransId="{6EC93399-75E3-4150-81AD-9DDAC41ABA08}" sibTransId="{C8552E33-255D-446A-AEA3-9767F3855EFE}"/>
    <dgm:cxn modelId="{6BFEFCE3-32E5-494C-B36C-12233B30F316}" srcId="{03491E47-1B84-4F20-BB76-D9AF9ED1C091}" destId="{719C1498-9FB3-46A0-8036-B9CE688FCDE8}" srcOrd="1" destOrd="0" parTransId="{2E3C13BB-7066-4B0D-8EE2-B1F2051B37E6}" sibTransId="{11267F2D-0DC4-4117-BC6A-A13EBCE2BE58}"/>
    <dgm:cxn modelId="{9AEBDFFF-E19F-4D95-A8D0-7DA3FC3AC6A4}" type="presOf" srcId="{E05AB186-B5EC-4D72-8A6D-B4A4B94EA954}" destId="{A96778D7-C068-44BD-90C7-F4F086DF021E}" srcOrd="1" destOrd="0" presId="urn:microsoft.com/office/officeart/2005/8/layout/list1"/>
    <dgm:cxn modelId="{7BCE23C4-6E11-4885-9DEF-F1E67F77EF12}" type="presParOf" srcId="{8F06F317-BC9D-46C9-A2CF-72770D33E35C}" destId="{B5DFC0FE-8EC2-4397-B706-997491BEC66F}" srcOrd="0" destOrd="0" presId="urn:microsoft.com/office/officeart/2005/8/layout/list1"/>
    <dgm:cxn modelId="{A8081575-098F-452A-843F-68FE4E364A33}" type="presParOf" srcId="{B5DFC0FE-8EC2-4397-B706-997491BEC66F}" destId="{5C98997A-64A8-4A68-9CC9-BDD886B96FA6}" srcOrd="0" destOrd="0" presId="urn:microsoft.com/office/officeart/2005/8/layout/list1"/>
    <dgm:cxn modelId="{6A9EBBD8-E8D1-4B90-9AFB-944FB483B64E}" type="presParOf" srcId="{B5DFC0FE-8EC2-4397-B706-997491BEC66F}" destId="{A96778D7-C068-44BD-90C7-F4F086DF021E}" srcOrd="1" destOrd="0" presId="urn:microsoft.com/office/officeart/2005/8/layout/list1"/>
    <dgm:cxn modelId="{4D1692E2-C216-4284-99A2-930D1CD4E731}" type="presParOf" srcId="{8F06F317-BC9D-46C9-A2CF-72770D33E35C}" destId="{287A4079-7E13-496A-9782-A2E31C718597}" srcOrd="1" destOrd="0" presId="urn:microsoft.com/office/officeart/2005/8/layout/list1"/>
    <dgm:cxn modelId="{5F2B3815-7F7C-46C8-B7BF-13A257F3586C}" type="presParOf" srcId="{8F06F317-BC9D-46C9-A2CF-72770D33E35C}" destId="{635CE4B0-6D2C-4F70-ADC6-B58BBD445E53}" srcOrd="2" destOrd="0" presId="urn:microsoft.com/office/officeart/2005/8/layout/list1"/>
    <dgm:cxn modelId="{A81B8663-494F-4A7B-B377-5B60B54843E5}" type="presParOf" srcId="{8F06F317-BC9D-46C9-A2CF-72770D33E35C}" destId="{F52E8510-DD0C-495E-A68F-3C109A20B7D0}" srcOrd="3" destOrd="0" presId="urn:microsoft.com/office/officeart/2005/8/layout/list1"/>
    <dgm:cxn modelId="{03C5A55B-48C9-46FE-9096-592247C0462C}" type="presParOf" srcId="{8F06F317-BC9D-46C9-A2CF-72770D33E35C}" destId="{449B9533-2D0C-4AE2-96E5-D1EDFC5AF6A7}" srcOrd="4" destOrd="0" presId="urn:microsoft.com/office/officeart/2005/8/layout/list1"/>
    <dgm:cxn modelId="{EBF2ED78-E6EE-467A-92E8-67924D636AA7}" type="presParOf" srcId="{449B9533-2D0C-4AE2-96E5-D1EDFC5AF6A7}" destId="{36FC72A8-8161-4037-B9C6-AB9361BC4FD3}" srcOrd="0" destOrd="0" presId="urn:microsoft.com/office/officeart/2005/8/layout/list1"/>
    <dgm:cxn modelId="{77E948B8-FD6B-4FFE-8146-BE86A6FD1D28}" type="presParOf" srcId="{449B9533-2D0C-4AE2-96E5-D1EDFC5AF6A7}" destId="{09139543-DB23-4518-915A-F6AA20B18BE8}" srcOrd="1" destOrd="0" presId="urn:microsoft.com/office/officeart/2005/8/layout/list1"/>
    <dgm:cxn modelId="{9A11EDEF-72D7-4DAC-8F80-6E8577C5C419}" type="presParOf" srcId="{8F06F317-BC9D-46C9-A2CF-72770D33E35C}" destId="{33B0308C-0EE7-4336-A5D7-73A2834FAE8F}" srcOrd="5" destOrd="0" presId="urn:microsoft.com/office/officeart/2005/8/layout/list1"/>
    <dgm:cxn modelId="{19C84BA7-5C97-4B4D-BA41-FCC542F0C90E}" type="presParOf" srcId="{8F06F317-BC9D-46C9-A2CF-72770D33E35C}" destId="{8D2A477B-A591-4B83-95B5-FF4F2D54ABD2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7938304-718D-4D68-89B6-5FFA7B82B9DB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910DFAB3-0FD1-460C-9CBD-1DF8DF472F9E}">
      <dgm:prSet/>
      <dgm:spPr/>
      <dgm:t>
        <a:bodyPr/>
        <a:lstStyle/>
        <a:p>
          <a:pPr>
            <a:defRPr b="1"/>
          </a:pPr>
          <a:r>
            <a:rPr lang="en-US"/>
            <a:t>Major Accomplishments</a:t>
          </a:r>
        </a:p>
      </dgm:t>
    </dgm:pt>
    <dgm:pt modelId="{D16B5D99-5C01-4049-92F8-38CA6D71DAA2}" type="parTrans" cxnId="{C42CAF68-7472-41BB-A5A6-9073B0B78DBC}">
      <dgm:prSet/>
      <dgm:spPr/>
      <dgm:t>
        <a:bodyPr/>
        <a:lstStyle/>
        <a:p>
          <a:endParaRPr lang="en-US"/>
        </a:p>
      </dgm:t>
    </dgm:pt>
    <dgm:pt modelId="{BEBC9F25-16F9-4334-8DEF-4DF158497CF3}" type="sibTrans" cxnId="{C42CAF68-7472-41BB-A5A6-9073B0B78DBC}">
      <dgm:prSet/>
      <dgm:spPr/>
      <dgm:t>
        <a:bodyPr/>
        <a:lstStyle/>
        <a:p>
          <a:endParaRPr lang="en-US"/>
        </a:p>
      </dgm:t>
    </dgm:pt>
    <dgm:pt modelId="{EC66771C-5346-439C-9698-8AB851F52C57}">
      <dgm:prSet/>
      <dgm:spPr/>
      <dgm:t>
        <a:bodyPr/>
        <a:lstStyle/>
        <a:p>
          <a:r>
            <a:rPr lang="en-US"/>
            <a:t>Continued implementation of sign-in features </a:t>
          </a:r>
        </a:p>
      </dgm:t>
    </dgm:pt>
    <dgm:pt modelId="{15DDBD25-276C-4095-8341-377BF827360B}" type="parTrans" cxnId="{4A838DA0-94AD-498D-8A44-4922F54199E1}">
      <dgm:prSet/>
      <dgm:spPr/>
      <dgm:t>
        <a:bodyPr/>
        <a:lstStyle/>
        <a:p>
          <a:endParaRPr lang="en-US"/>
        </a:p>
      </dgm:t>
    </dgm:pt>
    <dgm:pt modelId="{0103ECBD-DDB9-451F-841F-ADB8B22BF072}" type="sibTrans" cxnId="{4A838DA0-94AD-498D-8A44-4922F54199E1}">
      <dgm:prSet/>
      <dgm:spPr/>
      <dgm:t>
        <a:bodyPr/>
        <a:lstStyle/>
        <a:p>
          <a:endParaRPr lang="en-US"/>
        </a:p>
      </dgm:t>
    </dgm:pt>
    <dgm:pt modelId="{77A38BCB-F692-4C5E-A836-C6C2A2240527}">
      <dgm:prSet/>
      <dgm:spPr/>
      <dgm:t>
        <a:bodyPr/>
        <a:lstStyle/>
        <a:p>
          <a:r>
            <a:rPr lang="en-US"/>
            <a:t>User roles now have separate login pages</a:t>
          </a:r>
        </a:p>
      </dgm:t>
    </dgm:pt>
    <dgm:pt modelId="{B0548889-BF80-4F44-B4CA-982573580086}" type="parTrans" cxnId="{A8E4716A-41DF-4771-83AB-139391956F41}">
      <dgm:prSet/>
      <dgm:spPr/>
      <dgm:t>
        <a:bodyPr/>
        <a:lstStyle/>
        <a:p>
          <a:endParaRPr lang="en-US"/>
        </a:p>
      </dgm:t>
    </dgm:pt>
    <dgm:pt modelId="{2DB1DC82-049F-4073-A1A6-7B696A2E872F}" type="sibTrans" cxnId="{A8E4716A-41DF-4771-83AB-139391956F41}">
      <dgm:prSet/>
      <dgm:spPr/>
      <dgm:t>
        <a:bodyPr/>
        <a:lstStyle/>
        <a:p>
          <a:endParaRPr lang="en-US"/>
        </a:p>
      </dgm:t>
    </dgm:pt>
    <dgm:pt modelId="{C86345E9-47FE-4B1B-9AC9-1F15574673F4}">
      <dgm:prSet/>
      <dgm:spPr/>
      <dgm:t>
        <a:bodyPr/>
        <a:lstStyle/>
        <a:p>
          <a:r>
            <a:rPr lang="en-US"/>
            <a:t>Built upon and improved previous work in this area</a:t>
          </a:r>
        </a:p>
      </dgm:t>
    </dgm:pt>
    <dgm:pt modelId="{ECC8CFCC-D709-4540-9385-30ECB6CAB02F}" type="parTrans" cxnId="{8DDD3C6C-A0CC-4994-87A5-92D763E4AC1F}">
      <dgm:prSet/>
      <dgm:spPr/>
      <dgm:t>
        <a:bodyPr/>
        <a:lstStyle/>
        <a:p>
          <a:endParaRPr lang="en-US"/>
        </a:p>
      </dgm:t>
    </dgm:pt>
    <dgm:pt modelId="{787BA6E0-0CB9-4567-9A69-9010F3919003}" type="sibTrans" cxnId="{8DDD3C6C-A0CC-4994-87A5-92D763E4AC1F}">
      <dgm:prSet/>
      <dgm:spPr/>
      <dgm:t>
        <a:bodyPr/>
        <a:lstStyle/>
        <a:p>
          <a:endParaRPr lang="en-US"/>
        </a:p>
      </dgm:t>
    </dgm:pt>
    <dgm:pt modelId="{0BC55303-2732-441B-8879-8446F3A40F18}">
      <dgm:prSet/>
      <dgm:spPr/>
      <dgm:t>
        <a:bodyPr/>
        <a:lstStyle/>
        <a:p>
          <a:r>
            <a:rPr lang="en-US"/>
            <a:t>Such as customer user recognition</a:t>
          </a:r>
        </a:p>
      </dgm:t>
    </dgm:pt>
    <dgm:pt modelId="{9DFD51C5-10A7-43A4-B49B-53A04E940148}" type="parTrans" cxnId="{EFA382B6-1589-48D0-A85D-9A513107DBA9}">
      <dgm:prSet/>
      <dgm:spPr/>
      <dgm:t>
        <a:bodyPr/>
        <a:lstStyle/>
        <a:p>
          <a:endParaRPr lang="en-US"/>
        </a:p>
      </dgm:t>
    </dgm:pt>
    <dgm:pt modelId="{C9034D18-914D-4E75-9F33-20017DCA877E}" type="sibTrans" cxnId="{EFA382B6-1589-48D0-A85D-9A513107DBA9}">
      <dgm:prSet/>
      <dgm:spPr/>
      <dgm:t>
        <a:bodyPr/>
        <a:lstStyle/>
        <a:p>
          <a:endParaRPr lang="en-US"/>
        </a:p>
      </dgm:t>
    </dgm:pt>
    <dgm:pt modelId="{2102CE84-EFF1-4BD9-933A-8942A18B7924}">
      <dgm:prSet/>
      <dgm:spPr/>
      <dgm:t>
        <a:bodyPr/>
        <a:lstStyle/>
        <a:p>
          <a:pPr>
            <a:defRPr b="1"/>
          </a:pPr>
          <a:r>
            <a:rPr lang="en-US"/>
            <a:t>Connection to Overall Vision</a:t>
          </a:r>
        </a:p>
      </dgm:t>
    </dgm:pt>
    <dgm:pt modelId="{1A5A17FC-751D-49E7-B9C3-D9DC932B93C7}" type="parTrans" cxnId="{742B6928-AEF1-4380-BB10-77EAF4E0941B}">
      <dgm:prSet/>
      <dgm:spPr/>
      <dgm:t>
        <a:bodyPr/>
        <a:lstStyle/>
        <a:p>
          <a:endParaRPr lang="en-US"/>
        </a:p>
      </dgm:t>
    </dgm:pt>
    <dgm:pt modelId="{4ADA8461-2A2F-494E-A7BB-DBBF49CEA564}" type="sibTrans" cxnId="{742B6928-AEF1-4380-BB10-77EAF4E0941B}">
      <dgm:prSet/>
      <dgm:spPr/>
      <dgm:t>
        <a:bodyPr/>
        <a:lstStyle/>
        <a:p>
          <a:endParaRPr lang="en-US"/>
        </a:p>
      </dgm:t>
    </dgm:pt>
    <dgm:pt modelId="{B2F69107-C375-413E-828B-532F79A6456C}">
      <dgm:prSet/>
      <dgm:spPr/>
      <dgm:t>
        <a:bodyPr/>
        <a:lstStyle/>
        <a:p>
          <a:r>
            <a:rPr lang="en-US"/>
            <a:t>The sign-in system is a major requirement</a:t>
          </a:r>
        </a:p>
      </dgm:t>
    </dgm:pt>
    <dgm:pt modelId="{93E9FAA4-00B4-469B-8452-55314EA89AB8}" type="parTrans" cxnId="{62C1BBD4-97A2-4E9D-AF38-684BCF9C6E18}">
      <dgm:prSet/>
      <dgm:spPr/>
      <dgm:t>
        <a:bodyPr/>
        <a:lstStyle/>
        <a:p>
          <a:endParaRPr lang="en-US"/>
        </a:p>
      </dgm:t>
    </dgm:pt>
    <dgm:pt modelId="{990ACBF5-6046-4A42-B6B6-9B8D0F423882}" type="sibTrans" cxnId="{62C1BBD4-97A2-4E9D-AF38-684BCF9C6E18}">
      <dgm:prSet/>
      <dgm:spPr/>
      <dgm:t>
        <a:bodyPr/>
        <a:lstStyle/>
        <a:p>
          <a:endParaRPr lang="en-US"/>
        </a:p>
      </dgm:t>
    </dgm:pt>
    <dgm:pt modelId="{780FB743-BF31-4727-80AA-468682D17763}">
      <dgm:prSet/>
      <dgm:spPr/>
      <dgm:t>
        <a:bodyPr/>
        <a:lstStyle/>
        <a:p>
          <a:r>
            <a:rPr lang="en-US"/>
            <a:t>Which is also tied to other system components, such as inventory data and volunteer tracking</a:t>
          </a:r>
        </a:p>
      </dgm:t>
    </dgm:pt>
    <dgm:pt modelId="{6848AB55-158E-42F5-B7AD-6A0DC7E3E031}" type="parTrans" cxnId="{F9E6971E-5522-4688-9CB0-010085EB6104}">
      <dgm:prSet/>
      <dgm:spPr/>
      <dgm:t>
        <a:bodyPr/>
        <a:lstStyle/>
        <a:p>
          <a:endParaRPr lang="en-US"/>
        </a:p>
      </dgm:t>
    </dgm:pt>
    <dgm:pt modelId="{2052ADBE-0782-4449-A672-B8D07DF3E2D1}" type="sibTrans" cxnId="{F9E6971E-5522-4688-9CB0-010085EB6104}">
      <dgm:prSet/>
      <dgm:spPr/>
      <dgm:t>
        <a:bodyPr/>
        <a:lstStyle/>
        <a:p>
          <a:endParaRPr lang="en-US"/>
        </a:p>
      </dgm:t>
    </dgm:pt>
    <dgm:pt modelId="{6CC0143E-659A-481D-9C67-408AC512C2B2}">
      <dgm:prSet/>
      <dgm:spPr/>
      <dgm:t>
        <a:bodyPr/>
        <a:lstStyle/>
        <a:p>
          <a:r>
            <a:rPr lang="en-US"/>
            <a:t>Creates basis for magstripe reader integration </a:t>
          </a:r>
        </a:p>
      </dgm:t>
    </dgm:pt>
    <dgm:pt modelId="{5CA8A935-9CB8-4FF9-9BB1-3BB2DFDF8163}" type="parTrans" cxnId="{992B2C15-1773-4980-964A-AF93F05214D0}">
      <dgm:prSet/>
      <dgm:spPr/>
      <dgm:t>
        <a:bodyPr/>
        <a:lstStyle/>
        <a:p>
          <a:endParaRPr lang="en-US"/>
        </a:p>
      </dgm:t>
    </dgm:pt>
    <dgm:pt modelId="{B9EA318E-167B-43BD-9223-CD26D432948F}" type="sibTrans" cxnId="{992B2C15-1773-4980-964A-AF93F05214D0}">
      <dgm:prSet/>
      <dgm:spPr/>
      <dgm:t>
        <a:bodyPr/>
        <a:lstStyle/>
        <a:p>
          <a:endParaRPr lang="en-US"/>
        </a:p>
      </dgm:t>
    </dgm:pt>
    <dgm:pt modelId="{036B26E1-B226-43C8-9511-79AA97BE2043}">
      <dgm:prSet/>
      <dgm:spPr/>
      <dgm:t>
        <a:bodyPr/>
        <a:lstStyle/>
        <a:p>
          <a:r>
            <a:rPr lang="en-US"/>
            <a:t>This feature will be next in line for implementation</a:t>
          </a:r>
        </a:p>
      </dgm:t>
    </dgm:pt>
    <dgm:pt modelId="{C564D1A9-B6E3-484A-A03D-2D58224AFCD1}" type="parTrans" cxnId="{189E9A39-0812-41FB-8EB3-6C1B3251A215}">
      <dgm:prSet/>
      <dgm:spPr/>
      <dgm:t>
        <a:bodyPr/>
        <a:lstStyle/>
        <a:p>
          <a:endParaRPr lang="en-US"/>
        </a:p>
      </dgm:t>
    </dgm:pt>
    <dgm:pt modelId="{E3A398ED-8632-4C98-B0FC-93C941955E1C}" type="sibTrans" cxnId="{189E9A39-0812-41FB-8EB3-6C1B3251A215}">
      <dgm:prSet/>
      <dgm:spPr/>
      <dgm:t>
        <a:bodyPr/>
        <a:lstStyle/>
        <a:p>
          <a:endParaRPr lang="en-US"/>
        </a:p>
      </dgm:t>
    </dgm:pt>
    <dgm:pt modelId="{352C4A7D-8A1F-46CB-BF64-1F4ED17A453F}">
      <dgm:prSet/>
      <dgm:spPr/>
      <dgm:t>
        <a:bodyPr/>
        <a:lstStyle/>
        <a:p>
          <a:pPr>
            <a:defRPr b="1"/>
          </a:pPr>
          <a:r>
            <a:rPr lang="en-US"/>
            <a:t>Sprint Retrospective</a:t>
          </a:r>
        </a:p>
      </dgm:t>
    </dgm:pt>
    <dgm:pt modelId="{D3C0BBF7-6676-430F-91ED-581C27594919}" type="parTrans" cxnId="{F6823352-3E04-4AE4-818E-7B6AAD39B640}">
      <dgm:prSet/>
      <dgm:spPr/>
      <dgm:t>
        <a:bodyPr/>
        <a:lstStyle/>
        <a:p>
          <a:endParaRPr lang="en-US"/>
        </a:p>
      </dgm:t>
    </dgm:pt>
    <dgm:pt modelId="{A4B46121-0F69-4D72-8A72-6B7216061ACC}" type="sibTrans" cxnId="{F6823352-3E04-4AE4-818E-7B6AAD39B640}">
      <dgm:prSet/>
      <dgm:spPr/>
      <dgm:t>
        <a:bodyPr/>
        <a:lstStyle/>
        <a:p>
          <a:endParaRPr lang="en-US"/>
        </a:p>
      </dgm:t>
    </dgm:pt>
    <dgm:pt modelId="{3C4BF75F-B8E8-4BFE-9B55-82805A878D04}">
      <dgm:prSet/>
      <dgm:spPr/>
      <dgm:t>
        <a:bodyPr/>
        <a:lstStyle/>
        <a:p>
          <a:r>
            <a:rPr lang="en-US"/>
            <a:t>Application is now closer to how the final product should operate</a:t>
          </a:r>
        </a:p>
      </dgm:t>
    </dgm:pt>
    <dgm:pt modelId="{8381D59E-0C6B-4404-AE05-770D89652463}" type="parTrans" cxnId="{67AA3AD1-7B1E-4112-856B-50DFBAAFD1D9}">
      <dgm:prSet/>
      <dgm:spPr/>
      <dgm:t>
        <a:bodyPr/>
        <a:lstStyle/>
        <a:p>
          <a:endParaRPr lang="en-US"/>
        </a:p>
      </dgm:t>
    </dgm:pt>
    <dgm:pt modelId="{BE98D18F-653E-41F5-906E-A4180B2E3906}" type="sibTrans" cxnId="{67AA3AD1-7B1E-4112-856B-50DFBAAFD1D9}">
      <dgm:prSet/>
      <dgm:spPr/>
      <dgm:t>
        <a:bodyPr/>
        <a:lstStyle/>
        <a:p>
          <a:endParaRPr lang="en-US"/>
        </a:p>
      </dgm:t>
    </dgm:pt>
    <dgm:pt modelId="{7465011F-ABA0-45BC-84CD-2D46D18B432F}">
      <dgm:prSet/>
      <dgm:spPr/>
      <dgm:t>
        <a:bodyPr/>
        <a:lstStyle/>
        <a:p>
          <a:r>
            <a:rPr lang="en-US"/>
            <a:t>Faced challenges regarding scheduling and communication</a:t>
          </a:r>
        </a:p>
      </dgm:t>
    </dgm:pt>
    <dgm:pt modelId="{071B4135-8825-47CC-9FB1-F8F2FE9AC02C}" type="parTrans" cxnId="{C102AEA4-00A2-4831-B57D-2F90EF2504F1}">
      <dgm:prSet/>
      <dgm:spPr/>
      <dgm:t>
        <a:bodyPr/>
        <a:lstStyle/>
        <a:p>
          <a:endParaRPr lang="en-US"/>
        </a:p>
      </dgm:t>
    </dgm:pt>
    <dgm:pt modelId="{A9D12164-9B59-462D-9764-3F5FD58AC767}" type="sibTrans" cxnId="{C102AEA4-00A2-4831-B57D-2F90EF2504F1}">
      <dgm:prSet/>
      <dgm:spPr/>
      <dgm:t>
        <a:bodyPr/>
        <a:lstStyle/>
        <a:p>
          <a:endParaRPr lang="en-US"/>
        </a:p>
      </dgm:t>
    </dgm:pt>
    <dgm:pt modelId="{55BF052A-1519-4742-B666-73A5CF366902}">
      <dgm:prSet/>
      <dgm:spPr/>
      <dgm:t>
        <a:bodyPr/>
        <a:lstStyle/>
        <a:p>
          <a:r>
            <a:rPr lang="en-US"/>
            <a:t>However, solved internally via group discussions</a:t>
          </a:r>
        </a:p>
      </dgm:t>
    </dgm:pt>
    <dgm:pt modelId="{685AE304-51B2-4C76-8262-D3BE34F33100}" type="parTrans" cxnId="{1E33763E-FF34-4D3B-8CFD-6639D072544C}">
      <dgm:prSet/>
      <dgm:spPr/>
      <dgm:t>
        <a:bodyPr/>
        <a:lstStyle/>
        <a:p>
          <a:endParaRPr lang="en-US"/>
        </a:p>
      </dgm:t>
    </dgm:pt>
    <dgm:pt modelId="{14295B1D-FCE5-4C5E-8772-F9B4509E313A}" type="sibTrans" cxnId="{1E33763E-FF34-4D3B-8CFD-6639D072544C}">
      <dgm:prSet/>
      <dgm:spPr/>
      <dgm:t>
        <a:bodyPr/>
        <a:lstStyle/>
        <a:p>
          <a:endParaRPr lang="en-US"/>
        </a:p>
      </dgm:t>
    </dgm:pt>
    <dgm:pt modelId="{8206A847-E79E-4E82-869B-8E8747494213}" type="pres">
      <dgm:prSet presAssocID="{E7938304-718D-4D68-89B6-5FFA7B82B9DB}" presName="root" presStyleCnt="0">
        <dgm:presLayoutVars>
          <dgm:dir/>
          <dgm:resizeHandles val="exact"/>
        </dgm:presLayoutVars>
      </dgm:prSet>
      <dgm:spPr/>
    </dgm:pt>
    <dgm:pt modelId="{0D74CBF6-8AA5-4DD1-AFF6-2D4A4854A57A}" type="pres">
      <dgm:prSet presAssocID="{910DFAB3-0FD1-460C-9CBD-1DF8DF472F9E}" presName="compNode" presStyleCnt="0"/>
      <dgm:spPr/>
    </dgm:pt>
    <dgm:pt modelId="{AA147035-B1FB-478E-A53E-1189A40A6C38}" type="pres">
      <dgm:prSet presAssocID="{910DFAB3-0FD1-460C-9CBD-1DF8DF472F9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xcellent with solid fill"/>
        </a:ext>
      </dgm:extLst>
    </dgm:pt>
    <dgm:pt modelId="{40666A4D-67D4-4F1E-A8A5-3A91AF8557D7}" type="pres">
      <dgm:prSet presAssocID="{910DFAB3-0FD1-460C-9CBD-1DF8DF472F9E}" presName="iconSpace" presStyleCnt="0"/>
      <dgm:spPr/>
    </dgm:pt>
    <dgm:pt modelId="{9834FFC1-028F-4BA9-8D77-57F8FD63F033}" type="pres">
      <dgm:prSet presAssocID="{910DFAB3-0FD1-460C-9CBD-1DF8DF472F9E}" presName="parTx" presStyleLbl="revTx" presStyleIdx="0" presStyleCnt="6">
        <dgm:presLayoutVars>
          <dgm:chMax val="0"/>
          <dgm:chPref val="0"/>
        </dgm:presLayoutVars>
      </dgm:prSet>
      <dgm:spPr/>
    </dgm:pt>
    <dgm:pt modelId="{0D38CD4C-740D-4427-8C63-A2625886F714}" type="pres">
      <dgm:prSet presAssocID="{910DFAB3-0FD1-460C-9CBD-1DF8DF472F9E}" presName="txSpace" presStyleCnt="0"/>
      <dgm:spPr/>
    </dgm:pt>
    <dgm:pt modelId="{81B0678E-0F8C-40D2-B770-9CA8E52B381B}" type="pres">
      <dgm:prSet presAssocID="{910DFAB3-0FD1-460C-9CBD-1DF8DF472F9E}" presName="desTx" presStyleLbl="revTx" presStyleIdx="1" presStyleCnt="6">
        <dgm:presLayoutVars/>
      </dgm:prSet>
      <dgm:spPr/>
    </dgm:pt>
    <dgm:pt modelId="{863940C5-48ED-4656-901E-F0A530E7B402}" type="pres">
      <dgm:prSet presAssocID="{BEBC9F25-16F9-4334-8DEF-4DF158497CF3}" presName="sibTrans" presStyleCnt="0"/>
      <dgm:spPr/>
    </dgm:pt>
    <dgm:pt modelId="{3FB39B26-F414-46FC-8727-6E1576AA9633}" type="pres">
      <dgm:prSet presAssocID="{2102CE84-EFF1-4BD9-933A-8942A18B7924}" presName="compNode" presStyleCnt="0"/>
      <dgm:spPr/>
    </dgm:pt>
    <dgm:pt modelId="{DC5B04CD-6655-4C08-9B2A-AEDAA3B7BAA9}" type="pres">
      <dgm:prSet presAssocID="{2102CE84-EFF1-4BD9-933A-8942A18B792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uzzle with solid fill"/>
        </a:ext>
      </dgm:extLst>
    </dgm:pt>
    <dgm:pt modelId="{5D21D34A-DA0A-491E-8CB7-CF34EB692123}" type="pres">
      <dgm:prSet presAssocID="{2102CE84-EFF1-4BD9-933A-8942A18B7924}" presName="iconSpace" presStyleCnt="0"/>
      <dgm:spPr/>
    </dgm:pt>
    <dgm:pt modelId="{C90E17A1-3330-4089-8BD5-836F06299418}" type="pres">
      <dgm:prSet presAssocID="{2102CE84-EFF1-4BD9-933A-8942A18B7924}" presName="parTx" presStyleLbl="revTx" presStyleIdx="2" presStyleCnt="6">
        <dgm:presLayoutVars>
          <dgm:chMax val="0"/>
          <dgm:chPref val="0"/>
        </dgm:presLayoutVars>
      </dgm:prSet>
      <dgm:spPr/>
    </dgm:pt>
    <dgm:pt modelId="{2A334496-4E7B-43D9-B066-2FC23B9E45C3}" type="pres">
      <dgm:prSet presAssocID="{2102CE84-EFF1-4BD9-933A-8942A18B7924}" presName="txSpace" presStyleCnt="0"/>
      <dgm:spPr/>
    </dgm:pt>
    <dgm:pt modelId="{A2F46785-2F18-4FC0-BA2F-4F910A56E79B}" type="pres">
      <dgm:prSet presAssocID="{2102CE84-EFF1-4BD9-933A-8942A18B7924}" presName="desTx" presStyleLbl="revTx" presStyleIdx="3" presStyleCnt="6">
        <dgm:presLayoutVars/>
      </dgm:prSet>
      <dgm:spPr/>
    </dgm:pt>
    <dgm:pt modelId="{517BA50A-5FD3-4837-985B-EA3FDD228ADE}" type="pres">
      <dgm:prSet presAssocID="{4ADA8461-2A2F-494E-A7BB-DBBF49CEA564}" presName="sibTrans" presStyleCnt="0"/>
      <dgm:spPr/>
    </dgm:pt>
    <dgm:pt modelId="{311F4911-FC33-4C42-9B27-3B1F319F63B4}" type="pres">
      <dgm:prSet presAssocID="{352C4A7D-8A1F-46CB-BF64-1F4ED17A453F}" presName="compNode" presStyleCnt="0"/>
      <dgm:spPr/>
    </dgm:pt>
    <dgm:pt modelId="{3AD6C054-F4D6-4340-ABAC-53A8C424568D}" type="pres">
      <dgm:prSet presAssocID="{352C4A7D-8A1F-46CB-BF64-1F4ED17A453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ought bubble with solid fill"/>
        </a:ext>
      </dgm:extLst>
    </dgm:pt>
    <dgm:pt modelId="{AF031ADD-FC95-4D46-91E3-AA6258E0E253}" type="pres">
      <dgm:prSet presAssocID="{352C4A7D-8A1F-46CB-BF64-1F4ED17A453F}" presName="iconSpace" presStyleCnt="0"/>
      <dgm:spPr/>
    </dgm:pt>
    <dgm:pt modelId="{8F01181F-433C-46F7-A063-63EC5A453FBC}" type="pres">
      <dgm:prSet presAssocID="{352C4A7D-8A1F-46CB-BF64-1F4ED17A453F}" presName="parTx" presStyleLbl="revTx" presStyleIdx="4" presStyleCnt="6">
        <dgm:presLayoutVars>
          <dgm:chMax val="0"/>
          <dgm:chPref val="0"/>
        </dgm:presLayoutVars>
      </dgm:prSet>
      <dgm:spPr/>
    </dgm:pt>
    <dgm:pt modelId="{968BC552-27EC-468B-A190-E2AA565D5460}" type="pres">
      <dgm:prSet presAssocID="{352C4A7D-8A1F-46CB-BF64-1F4ED17A453F}" presName="txSpace" presStyleCnt="0"/>
      <dgm:spPr/>
    </dgm:pt>
    <dgm:pt modelId="{397FF44A-E215-461B-9D65-7621BB722FA4}" type="pres">
      <dgm:prSet presAssocID="{352C4A7D-8A1F-46CB-BF64-1F4ED17A453F}" presName="desTx" presStyleLbl="revTx" presStyleIdx="5" presStyleCnt="6">
        <dgm:presLayoutVars/>
      </dgm:prSet>
      <dgm:spPr/>
    </dgm:pt>
  </dgm:ptLst>
  <dgm:cxnLst>
    <dgm:cxn modelId="{992B2C15-1773-4980-964A-AF93F05214D0}" srcId="{2102CE84-EFF1-4BD9-933A-8942A18B7924}" destId="{6CC0143E-659A-481D-9C67-408AC512C2B2}" srcOrd="1" destOrd="0" parTransId="{5CA8A935-9CB8-4FF9-9BB1-3BB2DFDF8163}" sibTransId="{B9EA318E-167B-43BD-9223-CD26D432948F}"/>
    <dgm:cxn modelId="{F9E6971E-5522-4688-9CB0-010085EB6104}" srcId="{B2F69107-C375-413E-828B-532F79A6456C}" destId="{780FB743-BF31-4727-80AA-468682D17763}" srcOrd="0" destOrd="0" parTransId="{6848AB55-158E-42F5-B7AD-6A0DC7E3E031}" sibTransId="{2052ADBE-0782-4449-A672-B8D07DF3E2D1}"/>
    <dgm:cxn modelId="{742B6928-AEF1-4380-BB10-77EAF4E0941B}" srcId="{E7938304-718D-4D68-89B6-5FFA7B82B9DB}" destId="{2102CE84-EFF1-4BD9-933A-8942A18B7924}" srcOrd="1" destOrd="0" parTransId="{1A5A17FC-751D-49E7-B9C3-D9DC932B93C7}" sibTransId="{4ADA8461-2A2F-494E-A7BB-DBBF49CEA564}"/>
    <dgm:cxn modelId="{63A8F92A-4155-4B9E-8B06-F2F5F5EE8A04}" type="presOf" srcId="{7465011F-ABA0-45BC-84CD-2D46D18B432F}" destId="{397FF44A-E215-461B-9D65-7621BB722FA4}" srcOrd="0" destOrd="1" presId="urn:microsoft.com/office/officeart/2018/5/layout/CenteredIconLabelDescriptionList"/>
    <dgm:cxn modelId="{189E9A39-0812-41FB-8EB3-6C1B3251A215}" srcId="{6CC0143E-659A-481D-9C67-408AC512C2B2}" destId="{036B26E1-B226-43C8-9511-79AA97BE2043}" srcOrd="0" destOrd="0" parTransId="{C564D1A9-B6E3-484A-A03D-2D58224AFCD1}" sibTransId="{E3A398ED-8632-4C98-B0FC-93C941955E1C}"/>
    <dgm:cxn modelId="{1E33763E-FF34-4D3B-8CFD-6639D072544C}" srcId="{7465011F-ABA0-45BC-84CD-2D46D18B432F}" destId="{55BF052A-1519-4742-B666-73A5CF366902}" srcOrd="0" destOrd="0" parTransId="{685AE304-51B2-4C76-8262-D3BE34F33100}" sibTransId="{14295B1D-FCE5-4C5E-8772-F9B4509E313A}"/>
    <dgm:cxn modelId="{320D4260-0821-4A4F-86AA-3963DAE75397}" type="presOf" srcId="{55BF052A-1519-4742-B666-73A5CF366902}" destId="{397FF44A-E215-461B-9D65-7621BB722FA4}" srcOrd="0" destOrd="2" presId="urn:microsoft.com/office/officeart/2018/5/layout/CenteredIconLabelDescriptionList"/>
    <dgm:cxn modelId="{9A44B760-E73C-49B6-9AF4-72B2D45D6D38}" type="presOf" srcId="{780FB743-BF31-4727-80AA-468682D17763}" destId="{A2F46785-2F18-4FC0-BA2F-4F910A56E79B}" srcOrd="0" destOrd="1" presId="urn:microsoft.com/office/officeart/2018/5/layout/CenteredIconLabelDescriptionList"/>
    <dgm:cxn modelId="{2A774068-15FE-4CB1-AD88-E223F8D8A931}" type="presOf" srcId="{3C4BF75F-B8E8-4BFE-9B55-82805A878D04}" destId="{397FF44A-E215-461B-9D65-7621BB722FA4}" srcOrd="0" destOrd="0" presId="urn:microsoft.com/office/officeart/2018/5/layout/CenteredIconLabelDescriptionList"/>
    <dgm:cxn modelId="{C42CAF68-7472-41BB-A5A6-9073B0B78DBC}" srcId="{E7938304-718D-4D68-89B6-5FFA7B82B9DB}" destId="{910DFAB3-0FD1-460C-9CBD-1DF8DF472F9E}" srcOrd="0" destOrd="0" parTransId="{D16B5D99-5C01-4049-92F8-38CA6D71DAA2}" sibTransId="{BEBC9F25-16F9-4334-8DEF-4DF158497CF3}"/>
    <dgm:cxn modelId="{A8E4716A-41DF-4771-83AB-139391956F41}" srcId="{EC66771C-5346-439C-9698-8AB851F52C57}" destId="{77A38BCB-F692-4C5E-A836-C6C2A2240527}" srcOrd="0" destOrd="0" parTransId="{B0548889-BF80-4F44-B4CA-982573580086}" sibTransId="{2DB1DC82-049F-4073-A1A6-7B696A2E872F}"/>
    <dgm:cxn modelId="{32AAF86A-2DB7-47A9-8E1C-7BB5713CEBB0}" type="presOf" srcId="{77A38BCB-F692-4C5E-A836-C6C2A2240527}" destId="{81B0678E-0F8C-40D2-B770-9CA8E52B381B}" srcOrd="0" destOrd="1" presId="urn:microsoft.com/office/officeart/2018/5/layout/CenteredIconLabelDescriptionList"/>
    <dgm:cxn modelId="{8888144B-A152-4A38-B56C-8A31A298E098}" type="presOf" srcId="{352C4A7D-8A1F-46CB-BF64-1F4ED17A453F}" destId="{8F01181F-433C-46F7-A063-63EC5A453FBC}" srcOrd="0" destOrd="0" presId="urn:microsoft.com/office/officeart/2018/5/layout/CenteredIconLabelDescriptionList"/>
    <dgm:cxn modelId="{8DDD3C6C-A0CC-4994-87A5-92D763E4AC1F}" srcId="{910DFAB3-0FD1-460C-9CBD-1DF8DF472F9E}" destId="{C86345E9-47FE-4B1B-9AC9-1F15574673F4}" srcOrd="1" destOrd="0" parTransId="{ECC8CFCC-D709-4540-9385-30ECB6CAB02F}" sibTransId="{787BA6E0-0CB9-4567-9A69-9010F3919003}"/>
    <dgm:cxn modelId="{F6823352-3E04-4AE4-818E-7B6AAD39B640}" srcId="{E7938304-718D-4D68-89B6-5FFA7B82B9DB}" destId="{352C4A7D-8A1F-46CB-BF64-1F4ED17A453F}" srcOrd="2" destOrd="0" parTransId="{D3C0BBF7-6676-430F-91ED-581C27594919}" sibTransId="{A4B46121-0F69-4D72-8A72-6B7216061ACC}"/>
    <dgm:cxn modelId="{1192FF58-BEEC-4268-BCA3-5CB38D99D3C7}" type="presOf" srcId="{0BC55303-2732-441B-8879-8446F3A40F18}" destId="{81B0678E-0F8C-40D2-B770-9CA8E52B381B}" srcOrd="0" destOrd="3" presId="urn:microsoft.com/office/officeart/2018/5/layout/CenteredIconLabelDescriptionList"/>
    <dgm:cxn modelId="{248FAB90-F3A5-4C38-BBC5-E907688B8993}" type="presOf" srcId="{036B26E1-B226-43C8-9511-79AA97BE2043}" destId="{A2F46785-2F18-4FC0-BA2F-4F910A56E79B}" srcOrd="0" destOrd="3" presId="urn:microsoft.com/office/officeart/2018/5/layout/CenteredIconLabelDescriptionList"/>
    <dgm:cxn modelId="{25088B99-A4B2-48AA-92F2-893B442AC7C6}" type="presOf" srcId="{2102CE84-EFF1-4BD9-933A-8942A18B7924}" destId="{C90E17A1-3330-4089-8BD5-836F06299418}" srcOrd="0" destOrd="0" presId="urn:microsoft.com/office/officeart/2018/5/layout/CenteredIconLabelDescriptionList"/>
    <dgm:cxn modelId="{4A838DA0-94AD-498D-8A44-4922F54199E1}" srcId="{910DFAB3-0FD1-460C-9CBD-1DF8DF472F9E}" destId="{EC66771C-5346-439C-9698-8AB851F52C57}" srcOrd="0" destOrd="0" parTransId="{15DDBD25-276C-4095-8341-377BF827360B}" sibTransId="{0103ECBD-DDB9-451F-841F-ADB8B22BF072}"/>
    <dgm:cxn modelId="{C102AEA4-00A2-4831-B57D-2F90EF2504F1}" srcId="{352C4A7D-8A1F-46CB-BF64-1F4ED17A453F}" destId="{7465011F-ABA0-45BC-84CD-2D46D18B432F}" srcOrd="1" destOrd="0" parTransId="{071B4135-8825-47CC-9FB1-F8F2FE9AC02C}" sibTransId="{A9D12164-9B59-462D-9764-3F5FD58AC767}"/>
    <dgm:cxn modelId="{2CC2E2B3-81D9-40C5-9A52-20D6FDBA2893}" type="presOf" srcId="{6CC0143E-659A-481D-9C67-408AC512C2B2}" destId="{A2F46785-2F18-4FC0-BA2F-4F910A56E79B}" srcOrd="0" destOrd="2" presId="urn:microsoft.com/office/officeart/2018/5/layout/CenteredIconLabelDescriptionList"/>
    <dgm:cxn modelId="{EFA382B6-1589-48D0-A85D-9A513107DBA9}" srcId="{C86345E9-47FE-4B1B-9AC9-1F15574673F4}" destId="{0BC55303-2732-441B-8879-8446F3A40F18}" srcOrd="0" destOrd="0" parTransId="{9DFD51C5-10A7-43A4-B49B-53A04E940148}" sibTransId="{C9034D18-914D-4E75-9F33-20017DCA877E}"/>
    <dgm:cxn modelId="{DD1023BC-3999-49D8-8FA8-974A68A20E13}" type="presOf" srcId="{B2F69107-C375-413E-828B-532F79A6456C}" destId="{A2F46785-2F18-4FC0-BA2F-4F910A56E79B}" srcOrd="0" destOrd="0" presId="urn:microsoft.com/office/officeart/2018/5/layout/CenteredIconLabelDescriptionList"/>
    <dgm:cxn modelId="{464C19CF-C26C-45CB-BD43-7AA7231F54F6}" type="presOf" srcId="{910DFAB3-0FD1-460C-9CBD-1DF8DF472F9E}" destId="{9834FFC1-028F-4BA9-8D77-57F8FD63F033}" srcOrd="0" destOrd="0" presId="urn:microsoft.com/office/officeart/2018/5/layout/CenteredIconLabelDescriptionList"/>
    <dgm:cxn modelId="{67AA3AD1-7B1E-4112-856B-50DFBAAFD1D9}" srcId="{352C4A7D-8A1F-46CB-BF64-1F4ED17A453F}" destId="{3C4BF75F-B8E8-4BFE-9B55-82805A878D04}" srcOrd="0" destOrd="0" parTransId="{8381D59E-0C6B-4404-AE05-770D89652463}" sibTransId="{BE98D18F-653E-41F5-906E-A4180B2E3906}"/>
    <dgm:cxn modelId="{62C1BBD4-97A2-4E9D-AF38-684BCF9C6E18}" srcId="{2102CE84-EFF1-4BD9-933A-8942A18B7924}" destId="{B2F69107-C375-413E-828B-532F79A6456C}" srcOrd="0" destOrd="0" parTransId="{93E9FAA4-00B4-469B-8452-55314EA89AB8}" sibTransId="{990ACBF5-6046-4A42-B6B6-9B8D0F423882}"/>
    <dgm:cxn modelId="{E484AEEF-9D8B-4262-9087-031306F19C3C}" type="presOf" srcId="{C86345E9-47FE-4B1B-9AC9-1F15574673F4}" destId="{81B0678E-0F8C-40D2-B770-9CA8E52B381B}" srcOrd="0" destOrd="2" presId="urn:microsoft.com/office/officeart/2018/5/layout/CenteredIconLabelDescriptionList"/>
    <dgm:cxn modelId="{AB5A0CF2-B5A7-4F3F-9926-A7FAF199F0E1}" type="presOf" srcId="{EC66771C-5346-439C-9698-8AB851F52C57}" destId="{81B0678E-0F8C-40D2-B770-9CA8E52B381B}" srcOrd="0" destOrd="0" presId="urn:microsoft.com/office/officeart/2018/5/layout/CenteredIconLabelDescriptionList"/>
    <dgm:cxn modelId="{36C55DFD-A178-4E16-880E-D93D6579521F}" type="presOf" srcId="{E7938304-718D-4D68-89B6-5FFA7B82B9DB}" destId="{8206A847-E79E-4E82-869B-8E8747494213}" srcOrd="0" destOrd="0" presId="urn:microsoft.com/office/officeart/2018/5/layout/CenteredIconLabelDescriptionList"/>
    <dgm:cxn modelId="{E81DE2B1-E7F6-433E-841C-419B858CD648}" type="presParOf" srcId="{8206A847-E79E-4E82-869B-8E8747494213}" destId="{0D74CBF6-8AA5-4DD1-AFF6-2D4A4854A57A}" srcOrd="0" destOrd="0" presId="urn:microsoft.com/office/officeart/2018/5/layout/CenteredIconLabelDescriptionList"/>
    <dgm:cxn modelId="{C2AA60EA-E713-4016-808C-D7EF16C060E9}" type="presParOf" srcId="{0D74CBF6-8AA5-4DD1-AFF6-2D4A4854A57A}" destId="{AA147035-B1FB-478E-A53E-1189A40A6C38}" srcOrd="0" destOrd="0" presId="urn:microsoft.com/office/officeart/2018/5/layout/CenteredIconLabelDescriptionList"/>
    <dgm:cxn modelId="{A573BAC3-2D9C-4EA5-A777-AAEBAC62FCD8}" type="presParOf" srcId="{0D74CBF6-8AA5-4DD1-AFF6-2D4A4854A57A}" destId="{40666A4D-67D4-4F1E-A8A5-3A91AF8557D7}" srcOrd="1" destOrd="0" presId="urn:microsoft.com/office/officeart/2018/5/layout/CenteredIconLabelDescriptionList"/>
    <dgm:cxn modelId="{E6F8633E-805E-4ECC-9958-A482BE2A8222}" type="presParOf" srcId="{0D74CBF6-8AA5-4DD1-AFF6-2D4A4854A57A}" destId="{9834FFC1-028F-4BA9-8D77-57F8FD63F033}" srcOrd="2" destOrd="0" presId="urn:microsoft.com/office/officeart/2018/5/layout/CenteredIconLabelDescriptionList"/>
    <dgm:cxn modelId="{6E85028F-2746-4BC8-A289-20A853E5B06D}" type="presParOf" srcId="{0D74CBF6-8AA5-4DD1-AFF6-2D4A4854A57A}" destId="{0D38CD4C-740D-4427-8C63-A2625886F714}" srcOrd="3" destOrd="0" presId="urn:microsoft.com/office/officeart/2018/5/layout/CenteredIconLabelDescriptionList"/>
    <dgm:cxn modelId="{E82AA5FD-0901-4806-BD15-DAEC482FA91B}" type="presParOf" srcId="{0D74CBF6-8AA5-4DD1-AFF6-2D4A4854A57A}" destId="{81B0678E-0F8C-40D2-B770-9CA8E52B381B}" srcOrd="4" destOrd="0" presId="urn:microsoft.com/office/officeart/2018/5/layout/CenteredIconLabelDescriptionList"/>
    <dgm:cxn modelId="{34AB376E-5873-4C66-8658-98935F7511C3}" type="presParOf" srcId="{8206A847-E79E-4E82-869B-8E8747494213}" destId="{863940C5-48ED-4656-901E-F0A530E7B402}" srcOrd="1" destOrd="0" presId="urn:microsoft.com/office/officeart/2018/5/layout/CenteredIconLabelDescriptionList"/>
    <dgm:cxn modelId="{BDCCA3C5-B889-4A6E-A8DF-FE17241F9066}" type="presParOf" srcId="{8206A847-E79E-4E82-869B-8E8747494213}" destId="{3FB39B26-F414-46FC-8727-6E1576AA9633}" srcOrd="2" destOrd="0" presId="urn:microsoft.com/office/officeart/2018/5/layout/CenteredIconLabelDescriptionList"/>
    <dgm:cxn modelId="{2AEDC03B-A5E6-4193-B599-C6F45F4903E0}" type="presParOf" srcId="{3FB39B26-F414-46FC-8727-6E1576AA9633}" destId="{DC5B04CD-6655-4C08-9B2A-AEDAA3B7BAA9}" srcOrd="0" destOrd="0" presId="urn:microsoft.com/office/officeart/2018/5/layout/CenteredIconLabelDescriptionList"/>
    <dgm:cxn modelId="{2C6AFDF3-BED4-479B-9DD9-CF37448630EA}" type="presParOf" srcId="{3FB39B26-F414-46FC-8727-6E1576AA9633}" destId="{5D21D34A-DA0A-491E-8CB7-CF34EB692123}" srcOrd="1" destOrd="0" presId="urn:microsoft.com/office/officeart/2018/5/layout/CenteredIconLabelDescriptionList"/>
    <dgm:cxn modelId="{246F1A88-8AE5-4FC3-BE09-FD911D87A7F1}" type="presParOf" srcId="{3FB39B26-F414-46FC-8727-6E1576AA9633}" destId="{C90E17A1-3330-4089-8BD5-836F06299418}" srcOrd="2" destOrd="0" presId="urn:microsoft.com/office/officeart/2018/5/layout/CenteredIconLabelDescriptionList"/>
    <dgm:cxn modelId="{E4E569A5-42A7-4451-B3B4-3FA64D1C0A60}" type="presParOf" srcId="{3FB39B26-F414-46FC-8727-6E1576AA9633}" destId="{2A334496-4E7B-43D9-B066-2FC23B9E45C3}" srcOrd="3" destOrd="0" presId="urn:microsoft.com/office/officeart/2018/5/layout/CenteredIconLabelDescriptionList"/>
    <dgm:cxn modelId="{6A5ECB16-D3B6-4265-AC05-268836106FDC}" type="presParOf" srcId="{3FB39B26-F414-46FC-8727-6E1576AA9633}" destId="{A2F46785-2F18-4FC0-BA2F-4F910A56E79B}" srcOrd="4" destOrd="0" presId="urn:microsoft.com/office/officeart/2018/5/layout/CenteredIconLabelDescriptionList"/>
    <dgm:cxn modelId="{956AE90E-7097-43B6-A837-29658D598BDB}" type="presParOf" srcId="{8206A847-E79E-4E82-869B-8E8747494213}" destId="{517BA50A-5FD3-4837-985B-EA3FDD228ADE}" srcOrd="3" destOrd="0" presId="urn:microsoft.com/office/officeart/2018/5/layout/CenteredIconLabelDescriptionList"/>
    <dgm:cxn modelId="{D909A8B2-AAB2-4575-A1E4-835895A1F661}" type="presParOf" srcId="{8206A847-E79E-4E82-869B-8E8747494213}" destId="{311F4911-FC33-4C42-9B27-3B1F319F63B4}" srcOrd="4" destOrd="0" presId="urn:microsoft.com/office/officeart/2018/5/layout/CenteredIconLabelDescriptionList"/>
    <dgm:cxn modelId="{4337D037-E780-4F6E-9F44-CEDA243376E3}" type="presParOf" srcId="{311F4911-FC33-4C42-9B27-3B1F319F63B4}" destId="{3AD6C054-F4D6-4340-ABAC-53A8C424568D}" srcOrd="0" destOrd="0" presId="urn:microsoft.com/office/officeart/2018/5/layout/CenteredIconLabelDescriptionList"/>
    <dgm:cxn modelId="{A394CC1D-25F4-47FC-A937-F43101B359D2}" type="presParOf" srcId="{311F4911-FC33-4C42-9B27-3B1F319F63B4}" destId="{AF031ADD-FC95-4D46-91E3-AA6258E0E253}" srcOrd="1" destOrd="0" presId="urn:microsoft.com/office/officeart/2018/5/layout/CenteredIconLabelDescriptionList"/>
    <dgm:cxn modelId="{CF496DD1-31EF-4CF5-908B-EBC2F6D93292}" type="presParOf" srcId="{311F4911-FC33-4C42-9B27-3B1F319F63B4}" destId="{8F01181F-433C-46F7-A063-63EC5A453FBC}" srcOrd="2" destOrd="0" presId="urn:microsoft.com/office/officeart/2018/5/layout/CenteredIconLabelDescriptionList"/>
    <dgm:cxn modelId="{8F7E5AF6-E817-4247-BF2B-17A64A580362}" type="presParOf" srcId="{311F4911-FC33-4C42-9B27-3B1F319F63B4}" destId="{968BC552-27EC-468B-A190-E2AA565D5460}" srcOrd="3" destOrd="0" presId="urn:microsoft.com/office/officeart/2018/5/layout/CenteredIconLabelDescriptionList"/>
    <dgm:cxn modelId="{D8019D87-AAE0-4A3C-900C-E4D80EEBFFDE}" type="presParOf" srcId="{311F4911-FC33-4C42-9B27-3B1F319F63B4}" destId="{397FF44A-E215-461B-9D65-7621BB722FA4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9AEF297-0661-4177-AF8D-3A536335335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2E95DAC-552A-4BC7-A36F-26FC4FCDB700}">
      <dgm:prSet/>
      <dgm:spPr/>
      <dgm:t>
        <a:bodyPr/>
        <a:lstStyle/>
        <a:p>
          <a:r>
            <a:rPr lang="en-US"/>
            <a:t>Feature Overview</a:t>
          </a:r>
        </a:p>
      </dgm:t>
    </dgm:pt>
    <dgm:pt modelId="{94067A0F-EF5B-49A9-8ACA-06DE3BBF5306}" type="parTrans" cxnId="{ED4D7E24-2B46-4432-A6B0-7F973004D953}">
      <dgm:prSet/>
      <dgm:spPr/>
      <dgm:t>
        <a:bodyPr/>
        <a:lstStyle/>
        <a:p>
          <a:endParaRPr lang="en-US"/>
        </a:p>
      </dgm:t>
    </dgm:pt>
    <dgm:pt modelId="{0C71EDF3-188F-426E-BA69-DE26D6641B88}" type="sibTrans" cxnId="{ED4D7E24-2B46-4432-A6B0-7F973004D953}">
      <dgm:prSet/>
      <dgm:spPr/>
      <dgm:t>
        <a:bodyPr/>
        <a:lstStyle/>
        <a:p>
          <a:endParaRPr lang="en-US"/>
        </a:p>
      </dgm:t>
    </dgm:pt>
    <dgm:pt modelId="{69D26236-9E75-4585-BC1A-7E28CF07CE4A}">
      <dgm:prSet/>
      <dgm:spPr/>
      <dgm:t>
        <a:bodyPr/>
        <a:lstStyle/>
        <a:p>
          <a:r>
            <a:rPr lang="en-US"/>
            <a:t>Demonstration</a:t>
          </a:r>
        </a:p>
      </dgm:t>
    </dgm:pt>
    <dgm:pt modelId="{039F264D-C373-49C1-81E9-263B5DADBB88}" type="parTrans" cxnId="{37B04D46-D355-44B5-8B08-5C4004153E26}">
      <dgm:prSet/>
      <dgm:spPr/>
      <dgm:t>
        <a:bodyPr/>
        <a:lstStyle/>
        <a:p>
          <a:endParaRPr lang="en-US"/>
        </a:p>
      </dgm:t>
    </dgm:pt>
    <dgm:pt modelId="{4C4CF960-115D-4806-905C-F35E711FEBA6}" type="sibTrans" cxnId="{37B04D46-D355-44B5-8B08-5C4004153E26}">
      <dgm:prSet/>
      <dgm:spPr/>
      <dgm:t>
        <a:bodyPr/>
        <a:lstStyle/>
        <a:p>
          <a:endParaRPr lang="en-US"/>
        </a:p>
      </dgm:t>
    </dgm:pt>
    <dgm:pt modelId="{0FDCBE5B-9ACD-48BD-A3EE-238EEB17A784}">
      <dgm:prSet/>
      <dgm:spPr/>
      <dgm:t>
        <a:bodyPr/>
        <a:lstStyle/>
        <a:p>
          <a:r>
            <a:rPr lang="en-US"/>
            <a:t>User Interaction </a:t>
          </a:r>
        </a:p>
      </dgm:t>
    </dgm:pt>
    <dgm:pt modelId="{E1E644B2-98A7-4262-A7F4-875346436226}" type="parTrans" cxnId="{4B7C6FF2-8963-4FDE-BD8F-52EE3FAB8D84}">
      <dgm:prSet/>
      <dgm:spPr/>
      <dgm:t>
        <a:bodyPr/>
        <a:lstStyle/>
        <a:p>
          <a:endParaRPr lang="en-US"/>
        </a:p>
      </dgm:t>
    </dgm:pt>
    <dgm:pt modelId="{1EA7E2D2-2965-4428-A379-80DB99B4C4BB}" type="sibTrans" cxnId="{4B7C6FF2-8963-4FDE-BD8F-52EE3FAB8D84}">
      <dgm:prSet/>
      <dgm:spPr/>
      <dgm:t>
        <a:bodyPr/>
        <a:lstStyle/>
        <a:p>
          <a:endParaRPr lang="en-US"/>
        </a:p>
      </dgm:t>
    </dgm:pt>
    <dgm:pt modelId="{80E12203-CC69-4D19-A0A8-ADA05E47B3E5}" type="pres">
      <dgm:prSet presAssocID="{F9AEF297-0661-4177-AF8D-3A5363353355}" presName="root" presStyleCnt="0">
        <dgm:presLayoutVars>
          <dgm:dir/>
          <dgm:resizeHandles val="exact"/>
        </dgm:presLayoutVars>
      </dgm:prSet>
      <dgm:spPr/>
    </dgm:pt>
    <dgm:pt modelId="{38797C5B-F1CD-4513-BF70-791263F0F479}" type="pres">
      <dgm:prSet presAssocID="{D2E95DAC-552A-4BC7-A36F-26FC4FCDB700}" presName="compNode" presStyleCnt="0"/>
      <dgm:spPr/>
    </dgm:pt>
    <dgm:pt modelId="{E72A237F-7DA5-4369-AD83-B551E63B6FE8}" type="pres">
      <dgm:prSet presAssocID="{D2E95DAC-552A-4BC7-A36F-26FC4FCDB700}" presName="bgRect" presStyleLbl="bgShp" presStyleIdx="0" presStyleCnt="3"/>
      <dgm:spPr/>
    </dgm:pt>
    <dgm:pt modelId="{3B23F7F8-5742-40D7-802E-E4E038B2BF5F}" type="pres">
      <dgm:prSet presAssocID="{D2E95DAC-552A-4BC7-A36F-26FC4FCDB70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ipboard Checked with solid fill"/>
        </a:ext>
      </dgm:extLst>
    </dgm:pt>
    <dgm:pt modelId="{1A0D9AF9-0738-41C9-9D55-35FC447FB3DD}" type="pres">
      <dgm:prSet presAssocID="{D2E95DAC-552A-4BC7-A36F-26FC4FCDB700}" presName="spaceRect" presStyleCnt="0"/>
      <dgm:spPr/>
    </dgm:pt>
    <dgm:pt modelId="{C4AA1614-69F5-465B-985D-264379231448}" type="pres">
      <dgm:prSet presAssocID="{D2E95DAC-552A-4BC7-A36F-26FC4FCDB700}" presName="parTx" presStyleLbl="revTx" presStyleIdx="0" presStyleCnt="3">
        <dgm:presLayoutVars>
          <dgm:chMax val="0"/>
          <dgm:chPref val="0"/>
        </dgm:presLayoutVars>
      </dgm:prSet>
      <dgm:spPr/>
    </dgm:pt>
    <dgm:pt modelId="{FA5A4893-ABD4-46A5-9DB5-5CA59C3B5309}" type="pres">
      <dgm:prSet presAssocID="{0C71EDF3-188F-426E-BA69-DE26D6641B88}" presName="sibTrans" presStyleCnt="0"/>
      <dgm:spPr/>
    </dgm:pt>
    <dgm:pt modelId="{30E5C9DC-6AE5-4ACF-85E1-C6A6A95AF9DA}" type="pres">
      <dgm:prSet presAssocID="{69D26236-9E75-4585-BC1A-7E28CF07CE4A}" presName="compNode" presStyleCnt="0"/>
      <dgm:spPr/>
    </dgm:pt>
    <dgm:pt modelId="{BE311716-39CA-4378-84D1-6BD2D070E4B4}" type="pres">
      <dgm:prSet presAssocID="{69D26236-9E75-4585-BC1A-7E28CF07CE4A}" presName="bgRect" presStyleLbl="bgShp" presStyleIdx="1" presStyleCnt="3"/>
      <dgm:spPr/>
    </dgm:pt>
    <dgm:pt modelId="{83DD1C9F-B380-4E41-8796-224B9B16F755}" type="pres">
      <dgm:prSet presAssocID="{69D26236-9E75-4585-BC1A-7E28CF07CE4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cher with solid fill"/>
        </a:ext>
      </dgm:extLst>
    </dgm:pt>
    <dgm:pt modelId="{478BA9FC-9F70-4B7D-89D4-6DECF2D745D3}" type="pres">
      <dgm:prSet presAssocID="{69D26236-9E75-4585-BC1A-7E28CF07CE4A}" presName="spaceRect" presStyleCnt="0"/>
      <dgm:spPr/>
    </dgm:pt>
    <dgm:pt modelId="{F97104F7-071D-4F7B-A70A-0C29AC147E42}" type="pres">
      <dgm:prSet presAssocID="{69D26236-9E75-4585-BC1A-7E28CF07CE4A}" presName="parTx" presStyleLbl="revTx" presStyleIdx="1" presStyleCnt="3">
        <dgm:presLayoutVars>
          <dgm:chMax val="0"/>
          <dgm:chPref val="0"/>
        </dgm:presLayoutVars>
      </dgm:prSet>
      <dgm:spPr/>
    </dgm:pt>
    <dgm:pt modelId="{90135A10-DE8B-4DC9-BD1D-58CB6ACE974B}" type="pres">
      <dgm:prSet presAssocID="{4C4CF960-115D-4806-905C-F35E711FEBA6}" presName="sibTrans" presStyleCnt="0"/>
      <dgm:spPr/>
    </dgm:pt>
    <dgm:pt modelId="{B3A2109E-D243-42DE-B8B7-1001639EB91D}" type="pres">
      <dgm:prSet presAssocID="{0FDCBE5B-9ACD-48BD-A3EE-238EEB17A784}" presName="compNode" presStyleCnt="0"/>
      <dgm:spPr/>
    </dgm:pt>
    <dgm:pt modelId="{FC71D5D4-8546-4538-8358-1A03F9DB2E9B}" type="pres">
      <dgm:prSet presAssocID="{0FDCBE5B-9ACD-48BD-A3EE-238EEB17A784}" presName="bgRect" presStyleLbl="bgShp" presStyleIdx="2" presStyleCnt="3"/>
      <dgm:spPr/>
    </dgm:pt>
    <dgm:pt modelId="{5AB56AF7-9039-4C8A-A241-7E9D8EC7B83B}" type="pres">
      <dgm:prSet presAssocID="{0FDCBE5B-9ACD-48BD-A3EE-238EEB17A78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i Ux with solid fill"/>
        </a:ext>
      </dgm:extLst>
    </dgm:pt>
    <dgm:pt modelId="{98D8F6B5-BFDC-472C-8BD8-958E64AFF59B}" type="pres">
      <dgm:prSet presAssocID="{0FDCBE5B-9ACD-48BD-A3EE-238EEB17A784}" presName="spaceRect" presStyleCnt="0"/>
      <dgm:spPr/>
    </dgm:pt>
    <dgm:pt modelId="{4A513591-36D2-42FF-8E55-F016FF630FFD}" type="pres">
      <dgm:prSet presAssocID="{0FDCBE5B-9ACD-48BD-A3EE-238EEB17A784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DB6A9B0D-3233-48AC-9B75-4F23C1169FF4}" type="presOf" srcId="{D2E95DAC-552A-4BC7-A36F-26FC4FCDB700}" destId="{C4AA1614-69F5-465B-985D-264379231448}" srcOrd="0" destOrd="0" presId="urn:microsoft.com/office/officeart/2018/2/layout/IconVerticalSolidList"/>
    <dgm:cxn modelId="{ED4D7E24-2B46-4432-A6B0-7F973004D953}" srcId="{F9AEF297-0661-4177-AF8D-3A5363353355}" destId="{D2E95DAC-552A-4BC7-A36F-26FC4FCDB700}" srcOrd="0" destOrd="0" parTransId="{94067A0F-EF5B-49A9-8ACA-06DE3BBF5306}" sibTransId="{0C71EDF3-188F-426E-BA69-DE26D6641B88}"/>
    <dgm:cxn modelId="{37B04D46-D355-44B5-8B08-5C4004153E26}" srcId="{F9AEF297-0661-4177-AF8D-3A5363353355}" destId="{69D26236-9E75-4585-BC1A-7E28CF07CE4A}" srcOrd="1" destOrd="0" parTransId="{039F264D-C373-49C1-81E9-263B5DADBB88}" sibTransId="{4C4CF960-115D-4806-905C-F35E711FEBA6}"/>
    <dgm:cxn modelId="{4571326B-392F-4136-9F2B-1321E15CF1A0}" type="presOf" srcId="{0FDCBE5B-9ACD-48BD-A3EE-238EEB17A784}" destId="{4A513591-36D2-42FF-8E55-F016FF630FFD}" srcOrd="0" destOrd="0" presId="urn:microsoft.com/office/officeart/2018/2/layout/IconVerticalSolidList"/>
    <dgm:cxn modelId="{3F21F9E9-0D11-49D4-8871-A6CE19894615}" type="presOf" srcId="{69D26236-9E75-4585-BC1A-7E28CF07CE4A}" destId="{F97104F7-071D-4F7B-A70A-0C29AC147E42}" srcOrd="0" destOrd="0" presId="urn:microsoft.com/office/officeart/2018/2/layout/IconVerticalSolidList"/>
    <dgm:cxn modelId="{4B7C6FF2-8963-4FDE-BD8F-52EE3FAB8D84}" srcId="{F9AEF297-0661-4177-AF8D-3A5363353355}" destId="{0FDCBE5B-9ACD-48BD-A3EE-238EEB17A784}" srcOrd="2" destOrd="0" parTransId="{E1E644B2-98A7-4262-A7F4-875346436226}" sibTransId="{1EA7E2D2-2965-4428-A379-80DB99B4C4BB}"/>
    <dgm:cxn modelId="{09AF56FE-A656-48FD-966D-316E462CD279}" type="presOf" srcId="{F9AEF297-0661-4177-AF8D-3A5363353355}" destId="{80E12203-CC69-4D19-A0A8-ADA05E47B3E5}" srcOrd="0" destOrd="0" presId="urn:microsoft.com/office/officeart/2018/2/layout/IconVerticalSolidList"/>
    <dgm:cxn modelId="{C093852B-8E4E-4018-9D65-643150F1E85B}" type="presParOf" srcId="{80E12203-CC69-4D19-A0A8-ADA05E47B3E5}" destId="{38797C5B-F1CD-4513-BF70-791263F0F479}" srcOrd="0" destOrd="0" presId="urn:microsoft.com/office/officeart/2018/2/layout/IconVerticalSolidList"/>
    <dgm:cxn modelId="{8A9E0A12-0055-4E6F-B96D-1795F0050771}" type="presParOf" srcId="{38797C5B-F1CD-4513-BF70-791263F0F479}" destId="{E72A237F-7DA5-4369-AD83-B551E63B6FE8}" srcOrd="0" destOrd="0" presId="urn:microsoft.com/office/officeart/2018/2/layout/IconVerticalSolidList"/>
    <dgm:cxn modelId="{F03B74BB-772B-43FC-90DA-F44175A3B91D}" type="presParOf" srcId="{38797C5B-F1CD-4513-BF70-791263F0F479}" destId="{3B23F7F8-5742-40D7-802E-E4E038B2BF5F}" srcOrd="1" destOrd="0" presId="urn:microsoft.com/office/officeart/2018/2/layout/IconVerticalSolidList"/>
    <dgm:cxn modelId="{A75425E7-34EC-4F50-BD2B-13C8427D62FF}" type="presParOf" srcId="{38797C5B-F1CD-4513-BF70-791263F0F479}" destId="{1A0D9AF9-0738-41C9-9D55-35FC447FB3DD}" srcOrd="2" destOrd="0" presId="urn:microsoft.com/office/officeart/2018/2/layout/IconVerticalSolidList"/>
    <dgm:cxn modelId="{02C3C227-5EED-4CBB-ABB8-F3DD4B11119F}" type="presParOf" srcId="{38797C5B-F1CD-4513-BF70-791263F0F479}" destId="{C4AA1614-69F5-465B-985D-264379231448}" srcOrd="3" destOrd="0" presId="urn:microsoft.com/office/officeart/2018/2/layout/IconVerticalSolidList"/>
    <dgm:cxn modelId="{B2265DE6-0503-48D4-8EC3-7BAD1801FD14}" type="presParOf" srcId="{80E12203-CC69-4D19-A0A8-ADA05E47B3E5}" destId="{FA5A4893-ABD4-46A5-9DB5-5CA59C3B5309}" srcOrd="1" destOrd="0" presId="urn:microsoft.com/office/officeart/2018/2/layout/IconVerticalSolidList"/>
    <dgm:cxn modelId="{AFDC87CC-E5D1-4549-99C3-CFE18F704329}" type="presParOf" srcId="{80E12203-CC69-4D19-A0A8-ADA05E47B3E5}" destId="{30E5C9DC-6AE5-4ACF-85E1-C6A6A95AF9DA}" srcOrd="2" destOrd="0" presId="urn:microsoft.com/office/officeart/2018/2/layout/IconVerticalSolidList"/>
    <dgm:cxn modelId="{C6196B48-12C5-4F83-B01F-766450B9DD61}" type="presParOf" srcId="{30E5C9DC-6AE5-4ACF-85E1-C6A6A95AF9DA}" destId="{BE311716-39CA-4378-84D1-6BD2D070E4B4}" srcOrd="0" destOrd="0" presId="urn:microsoft.com/office/officeart/2018/2/layout/IconVerticalSolidList"/>
    <dgm:cxn modelId="{46BA5A52-90D3-4AEC-A696-DC25CE59BB21}" type="presParOf" srcId="{30E5C9DC-6AE5-4ACF-85E1-C6A6A95AF9DA}" destId="{83DD1C9F-B380-4E41-8796-224B9B16F755}" srcOrd="1" destOrd="0" presId="urn:microsoft.com/office/officeart/2018/2/layout/IconVerticalSolidList"/>
    <dgm:cxn modelId="{63F70963-CBEC-41CC-82ED-C4F335985BD6}" type="presParOf" srcId="{30E5C9DC-6AE5-4ACF-85E1-C6A6A95AF9DA}" destId="{478BA9FC-9F70-4B7D-89D4-6DECF2D745D3}" srcOrd="2" destOrd="0" presId="urn:microsoft.com/office/officeart/2018/2/layout/IconVerticalSolidList"/>
    <dgm:cxn modelId="{C1F9AA4C-FCC5-4418-BEC2-CF1E99060C4F}" type="presParOf" srcId="{30E5C9DC-6AE5-4ACF-85E1-C6A6A95AF9DA}" destId="{F97104F7-071D-4F7B-A70A-0C29AC147E42}" srcOrd="3" destOrd="0" presId="urn:microsoft.com/office/officeart/2018/2/layout/IconVerticalSolidList"/>
    <dgm:cxn modelId="{73672393-4FC4-45C1-95CF-D170F82BFB00}" type="presParOf" srcId="{80E12203-CC69-4D19-A0A8-ADA05E47B3E5}" destId="{90135A10-DE8B-4DC9-BD1D-58CB6ACE974B}" srcOrd="3" destOrd="0" presId="urn:microsoft.com/office/officeart/2018/2/layout/IconVerticalSolidList"/>
    <dgm:cxn modelId="{E15AA4E0-12B5-4A19-9490-F01A56AD6F64}" type="presParOf" srcId="{80E12203-CC69-4D19-A0A8-ADA05E47B3E5}" destId="{B3A2109E-D243-42DE-B8B7-1001639EB91D}" srcOrd="4" destOrd="0" presId="urn:microsoft.com/office/officeart/2018/2/layout/IconVerticalSolidList"/>
    <dgm:cxn modelId="{1EDF01A0-F23F-40C0-AF36-1050F8B4AD97}" type="presParOf" srcId="{B3A2109E-D243-42DE-B8B7-1001639EB91D}" destId="{FC71D5D4-8546-4538-8358-1A03F9DB2E9B}" srcOrd="0" destOrd="0" presId="urn:microsoft.com/office/officeart/2018/2/layout/IconVerticalSolidList"/>
    <dgm:cxn modelId="{A8FF8229-E2D7-4B03-A73E-50BE050DE512}" type="presParOf" srcId="{B3A2109E-D243-42DE-B8B7-1001639EB91D}" destId="{5AB56AF7-9039-4C8A-A241-7E9D8EC7B83B}" srcOrd="1" destOrd="0" presId="urn:microsoft.com/office/officeart/2018/2/layout/IconVerticalSolidList"/>
    <dgm:cxn modelId="{A70A72EA-0BE6-4DDF-B726-62BCBFA73E3D}" type="presParOf" srcId="{B3A2109E-D243-42DE-B8B7-1001639EB91D}" destId="{98D8F6B5-BFDC-472C-8BD8-958E64AFF59B}" srcOrd="2" destOrd="0" presId="urn:microsoft.com/office/officeart/2018/2/layout/IconVerticalSolidList"/>
    <dgm:cxn modelId="{FF9CC122-9062-4C66-930C-C8BF78457077}" type="presParOf" srcId="{B3A2109E-D243-42DE-B8B7-1001639EB91D}" destId="{4A513591-36D2-42FF-8E55-F016FF630FF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51DD008-A980-4AEC-9B93-9152E81FC981}" type="doc">
      <dgm:prSet loTypeId="urn:microsoft.com/office/officeart/2005/8/layout/hList1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08B28310-4C8F-4E30-8270-2EE5A47B2B12}">
      <dgm:prSet/>
      <dgm:spPr/>
      <dgm:t>
        <a:bodyPr/>
        <a:lstStyle/>
        <a:p>
          <a:r>
            <a:rPr lang="en-US"/>
            <a:t>Testing Methodologies</a:t>
          </a:r>
        </a:p>
      </dgm:t>
    </dgm:pt>
    <dgm:pt modelId="{ADFB1C75-9022-4CC9-9265-6C65FB1C00AB}" type="parTrans" cxnId="{7CC82105-9E41-44A6-8C5C-F9BA78795508}">
      <dgm:prSet/>
      <dgm:spPr/>
      <dgm:t>
        <a:bodyPr/>
        <a:lstStyle/>
        <a:p>
          <a:endParaRPr lang="en-US"/>
        </a:p>
      </dgm:t>
    </dgm:pt>
    <dgm:pt modelId="{E0F083E5-96EA-4F9C-BF1C-9D2B82A5A4FB}" type="sibTrans" cxnId="{7CC82105-9E41-44A6-8C5C-F9BA78795508}">
      <dgm:prSet/>
      <dgm:spPr/>
      <dgm:t>
        <a:bodyPr/>
        <a:lstStyle/>
        <a:p>
          <a:endParaRPr lang="en-US"/>
        </a:p>
      </dgm:t>
    </dgm:pt>
    <dgm:pt modelId="{760B1A50-6B02-4A6C-BFC9-AEBD32303763}">
      <dgm:prSet/>
      <dgm:spPr/>
      <dgm:t>
        <a:bodyPr/>
        <a:lstStyle/>
        <a:p>
          <a:r>
            <a:rPr lang="en-US"/>
            <a:t>Manual testing performed at three levels: unit testing, integration testing, then system testing</a:t>
          </a:r>
        </a:p>
      </dgm:t>
    </dgm:pt>
    <dgm:pt modelId="{F2FD99EB-582A-4816-ADE5-893F8F562EAD}" type="parTrans" cxnId="{8822337B-73AE-465D-87E2-D63A4D358B57}">
      <dgm:prSet/>
      <dgm:spPr/>
      <dgm:t>
        <a:bodyPr/>
        <a:lstStyle/>
        <a:p>
          <a:endParaRPr lang="en-US"/>
        </a:p>
      </dgm:t>
    </dgm:pt>
    <dgm:pt modelId="{62EBA6C5-D26B-4E30-85F3-ACAB4629F1DA}" type="sibTrans" cxnId="{8822337B-73AE-465D-87E2-D63A4D358B57}">
      <dgm:prSet/>
      <dgm:spPr/>
      <dgm:t>
        <a:bodyPr/>
        <a:lstStyle/>
        <a:p>
          <a:endParaRPr lang="en-US"/>
        </a:p>
      </dgm:t>
    </dgm:pt>
    <dgm:pt modelId="{88A9CFD8-3297-4E18-8017-B602CBDAB1BE}">
      <dgm:prSet/>
      <dgm:spPr/>
      <dgm:t>
        <a:bodyPr/>
        <a:lstStyle/>
        <a:p>
          <a:r>
            <a:rPr lang="en-US"/>
            <a:t>Narrows down the area where an error may occur for easier debugging</a:t>
          </a:r>
        </a:p>
      </dgm:t>
    </dgm:pt>
    <dgm:pt modelId="{49359A2E-445B-4B5A-B3E6-6D70173AC3F1}" type="parTrans" cxnId="{F5D23E0D-985C-479A-B896-F3866D5FFC97}">
      <dgm:prSet/>
      <dgm:spPr/>
      <dgm:t>
        <a:bodyPr/>
        <a:lstStyle/>
        <a:p>
          <a:endParaRPr lang="en-US"/>
        </a:p>
      </dgm:t>
    </dgm:pt>
    <dgm:pt modelId="{62B487D9-2C3E-4BA2-8183-6388BEC25319}" type="sibTrans" cxnId="{F5D23E0D-985C-479A-B896-F3866D5FFC97}">
      <dgm:prSet/>
      <dgm:spPr/>
      <dgm:t>
        <a:bodyPr/>
        <a:lstStyle/>
        <a:p>
          <a:endParaRPr lang="en-US"/>
        </a:p>
      </dgm:t>
    </dgm:pt>
    <dgm:pt modelId="{EFFDDA56-B17A-4213-BAB7-C120B74C5D59}">
      <dgm:prSet/>
      <dgm:spPr/>
      <dgm:t>
        <a:bodyPr/>
        <a:lstStyle/>
        <a:p>
          <a:r>
            <a:rPr lang="en-US"/>
            <a:t>Methodology ensures that all components behave as expected in executing typical workflows </a:t>
          </a:r>
        </a:p>
      </dgm:t>
    </dgm:pt>
    <dgm:pt modelId="{046C3672-A081-4473-BB95-0E1CE5A893D7}" type="parTrans" cxnId="{CE4F1593-9C67-418D-BEFB-7AF9491ED1AD}">
      <dgm:prSet/>
      <dgm:spPr/>
      <dgm:t>
        <a:bodyPr/>
        <a:lstStyle/>
        <a:p>
          <a:endParaRPr lang="en-US"/>
        </a:p>
      </dgm:t>
    </dgm:pt>
    <dgm:pt modelId="{9CE39C41-80E8-4515-83C2-4E271CC84B9F}" type="sibTrans" cxnId="{CE4F1593-9C67-418D-BEFB-7AF9491ED1AD}">
      <dgm:prSet/>
      <dgm:spPr/>
      <dgm:t>
        <a:bodyPr/>
        <a:lstStyle/>
        <a:p>
          <a:endParaRPr lang="en-US"/>
        </a:p>
      </dgm:t>
    </dgm:pt>
    <dgm:pt modelId="{5D9D0024-27EB-47C2-A744-AB65ECEE2490}">
      <dgm:prSet/>
      <dgm:spPr/>
      <dgm:t>
        <a:bodyPr/>
        <a:lstStyle/>
        <a:p>
          <a:r>
            <a:rPr lang="en-US"/>
            <a:t>Test Results</a:t>
          </a:r>
        </a:p>
      </dgm:t>
    </dgm:pt>
    <dgm:pt modelId="{EE917D65-9A35-4806-8E3E-418564B23734}" type="parTrans" cxnId="{8F37627F-8508-4172-98F7-418492108342}">
      <dgm:prSet/>
      <dgm:spPr/>
      <dgm:t>
        <a:bodyPr/>
        <a:lstStyle/>
        <a:p>
          <a:endParaRPr lang="en-US"/>
        </a:p>
      </dgm:t>
    </dgm:pt>
    <dgm:pt modelId="{960926A3-10E1-42FA-9DAB-7C68F46F44D5}" type="sibTrans" cxnId="{8F37627F-8508-4172-98F7-418492108342}">
      <dgm:prSet/>
      <dgm:spPr/>
      <dgm:t>
        <a:bodyPr/>
        <a:lstStyle/>
        <a:p>
          <a:endParaRPr lang="en-US"/>
        </a:p>
      </dgm:t>
    </dgm:pt>
    <dgm:pt modelId="{68E5C761-5641-4C06-80F2-5EB06F25AA41}">
      <dgm:prSet/>
      <dgm:spPr/>
      <dgm:t>
        <a:bodyPr/>
        <a:lstStyle/>
        <a:p>
          <a:r>
            <a:rPr lang="en-US"/>
            <a:t>No significant outcomes observed at the moment</a:t>
          </a:r>
        </a:p>
      </dgm:t>
    </dgm:pt>
    <dgm:pt modelId="{091EB7D3-129B-4D24-8945-2813BAE05FAC}" type="parTrans" cxnId="{261308CD-C5E1-4E9B-9393-39A235C687C6}">
      <dgm:prSet/>
      <dgm:spPr/>
      <dgm:t>
        <a:bodyPr/>
        <a:lstStyle/>
        <a:p>
          <a:endParaRPr lang="en-US"/>
        </a:p>
      </dgm:t>
    </dgm:pt>
    <dgm:pt modelId="{EB55A884-8F0E-42A7-AD04-5FF4EB369559}" type="sibTrans" cxnId="{261308CD-C5E1-4E9B-9393-39A235C687C6}">
      <dgm:prSet/>
      <dgm:spPr/>
      <dgm:t>
        <a:bodyPr/>
        <a:lstStyle/>
        <a:p>
          <a:endParaRPr lang="en-US"/>
        </a:p>
      </dgm:t>
    </dgm:pt>
    <dgm:pt modelId="{F64ED238-4CD6-4788-AA39-2691DD9BD045}">
      <dgm:prSet/>
      <dgm:spPr/>
      <dgm:t>
        <a:bodyPr/>
        <a:lstStyle/>
        <a:p>
          <a:r>
            <a:rPr lang="en-US"/>
            <a:t>Testing has gone smoothly on all three levels</a:t>
          </a:r>
        </a:p>
      </dgm:t>
    </dgm:pt>
    <dgm:pt modelId="{8012DEE6-317D-41CF-B22E-0D33589EB7AD}" type="parTrans" cxnId="{BA85E693-E601-4D7B-8180-2AAE6F59432A}">
      <dgm:prSet/>
      <dgm:spPr/>
      <dgm:t>
        <a:bodyPr/>
        <a:lstStyle/>
        <a:p>
          <a:endParaRPr lang="en-US"/>
        </a:p>
      </dgm:t>
    </dgm:pt>
    <dgm:pt modelId="{E6A157C7-DADF-48FB-B221-D9126D486CF3}" type="sibTrans" cxnId="{BA85E693-E601-4D7B-8180-2AAE6F59432A}">
      <dgm:prSet/>
      <dgm:spPr/>
      <dgm:t>
        <a:bodyPr/>
        <a:lstStyle/>
        <a:p>
          <a:endParaRPr lang="en-US"/>
        </a:p>
      </dgm:t>
    </dgm:pt>
    <dgm:pt modelId="{211E55B0-8374-4C13-A921-726E5DC4872E}">
      <dgm:prSet/>
      <dgm:spPr/>
      <dgm:t>
        <a:bodyPr/>
        <a:lstStyle/>
        <a:p>
          <a:r>
            <a:rPr lang="en-US"/>
            <a:t>Challenges</a:t>
          </a:r>
        </a:p>
      </dgm:t>
    </dgm:pt>
    <dgm:pt modelId="{CFF6F37A-2B11-4AD3-A853-CCC9F589FF85}" type="parTrans" cxnId="{F51F494F-8CDC-43B5-A799-1889FE054D1D}">
      <dgm:prSet/>
      <dgm:spPr/>
      <dgm:t>
        <a:bodyPr/>
        <a:lstStyle/>
        <a:p>
          <a:endParaRPr lang="en-US"/>
        </a:p>
      </dgm:t>
    </dgm:pt>
    <dgm:pt modelId="{E83C94E6-834A-48D6-837E-80F43AF60BF9}" type="sibTrans" cxnId="{F51F494F-8CDC-43B5-A799-1889FE054D1D}">
      <dgm:prSet/>
      <dgm:spPr/>
      <dgm:t>
        <a:bodyPr/>
        <a:lstStyle/>
        <a:p>
          <a:endParaRPr lang="en-US"/>
        </a:p>
      </dgm:t>
    </dgm:pt>
    <dgm:pt modelId="{F3A0AA3A-6CC4-4670-ADD2-E3113A6B07E9}">
      <dgm:prSet/>
      <dgm:spPr/>
      <dgm:t>
        <a:bodyPr/>
        <a:lstStyle/>
        <a:p>
          <a:r>
            <a:rPr lang="en-US"/>
            <a:t>No major challenges thus far</a:t>
          </a:r>
        </a:p>
      </dgm:t>
    </dgm:pt>
    <dgm:pt modelId="{F382C81B-A404-4CCE-94AD-C10D557C47FD}" type="parTrans" cxnId="{BFDCB96B-6980-4153-AF1A-72D5DFA178CE}">
      <dgm:prSet/>
      <dgm:spPr/>
      <dgm:t>
        <a:bodyPr/>
        <a:lstStyle/>
        <a:p>
          <a:endParaRPr lang="en-US"/>
        </a:p>
      </dgm:t>
    </dgm:pt>
    <dgm:pt modelId="{F83113B5-0C22-464F-B1A0-4C2F8A0C0AD8}" type="sibTrans" cxnId="{BFDCB96B-6980-4153-AF1A-72D5DFA178CE}">
      <dgm:prSet/>
      <dgm:spPr/>
      <dgm:t>
        <a:bodyPr/>
        <a:lstStyle/>
        <a:p>
          <a:endParaRPr lang="en-US"/>
        </a:p>
      </dgm:t>
    </dgm:pt>
    <dgm:pt modelId="{3B3CB2CA-88BC-429E-9632-BE88385F100B}">
      <dgm:prSet/>
      <dgm:spPr/>
      <dgm:t>
        <a:bodyPr/>
        <a:lstStyle/>
        <a:p>
          <a:r>
            <a:rPr lang="en-US"/>
            <a:t>However, prepared for potential obstacles as more major features are implemented</a:t>
          </a:r>
        </a:p>
      </dgm:t>
    </dgm:pt>
    <dgm:pt modelId="{C346DF89-388C-49A0-A300-49A89FC84C85}" type="parTrans" cxnId="{540868D3-F984-4660-B86A-6A1FA4F15014}">
      <dgm:prSet/>
      <dgm:spPr/>
      <dgm:t>
        <a:bodyPr/>
        <a:lstStyle/>
        <a:p>
          <a:endParaRPr lang="en-US"/>
        </a:p>
      </dgm:t>
    </dgm:pt>
    <dgm:pt modelId="{C6922D48-8458-48DE-9616-33646EED9F66}" type="sibTrans" cxnId="{540868D3-F984-4660-B86A-6A1FA4F15014}">
      <dgm:prSet/>
      <dgm:spPr/>
      <dgm:t>
        <a:bodyPr/>
        <a:lstStyle/>
        <a:p>
          <a:endParaRPr lang="en-US"/>
        </a:p>
      </dgm:t>
    </dgm:pt>
    <dgm:pt modelId="{FA9A5625-C652-4D19-B5DE-7D9D7DB524D1}" type="pres">
      <dgm:prSet presAssocID="{151DD008-A980-4AEC-9B93-9152E81FC981}" presName="Name0" presStyleCnt="0">
        <dgm:presLayoutVars>
          <dgm:dir/>
          <dgm:animLvl val="lvl"/>
          <dgm:resizeHandles val="exact"/>
        </dgm:presLayoutVars>
      </dgm:prSet>
      <dgm:spPr/>
    </dgm:pt>
    <dgm:pt modelId="{D3350F17-B1A4-4DA7-B5B8-1EB36D637B3E}" type="pres">
      <dgm:prSet presAssocID="{08B28310-4C8F-4E30-8270-2EE5A47B2B12}" presName="composite" presStyleCnt="0"/>
      <dgm:spPr/>
    </dgm:pt>
    <dgm:pt modelId="{5D5D2CC3-2D0C-48F8-8E66-7C86B7117791}" type="pres">
      <dgm:prSet presAssocID="{08B28310-4C8F-4E30-8270-2EE5A47B2B12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CB813466-2B18-4DC6-B70E-FD03F7D487DA}" type="pres">
      <dgm:prSet presAssocID="{08B28310-4C8F-4E30-8270-2EE5A47B2B12}" presName="desTx" presStyleLbl="alignAccFollowNode1" presStyleIdx="0" presStyleCnt="3">
        <dgm:presLayoutVars>
          <dgm:bulletEnabled val="1"/>
        </dgm:presLayoutVars>
      </dgm:prSet>
      <dgm:spPr/>
    </dgm:pt>
    <dgm:pt modelId="{ADDA3AB4-5857-4BFE-90C8-AED9FF0479E4}" type="pres">
      <dgm:prSet presAssocID="{E0F083E5-96EA-4F9C-BF1C-9D2B82A5A4FB}" presName="space" presStyleCnt="0"/>
      <dgm:spPr/>
    </dgm:pt>
    <dgm:pt modelId="{F06F7B02-9C34-426D-A003-8B69807DAB03}" type="pres">
      <dgm:prSet presAssocID="{5D9D0024-27EB-47C2-A744-AB65ECEE2490}" presName="composite" presStyleCnt="0"/>
      <dgm:spPr/>
    </dgm:pt>
    <dgm:pt modelId="{EB5F4668-D4D6-43F7-9280-B6E9098C1A80}" type="pres">
      <dgm:prSet presAssocID="{5D9D0024-27EB-47C2-A744-AB65ECEE2490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6E62C8D5-A95C-4040-9BF9-2262FD4CB209}" type="pres">
      <dgm:prSet presAssocID="{5D9D0024-27EB-47C2-A744-AB65ECEE2490}" presName="desTx" presStyleLbl="alignAccFollowNode1" presStyleIdx="1" presStyleCnt="3">
        <dgm:presLayoutVars>
          <dgm:bulletEnabled val="1"/>
        </dgm:presLayoutVars>
      </dgm:prSet>
      <dgm:spPr/>
    </dgm:pt>
    <dgm:pt modelId="{A45B414F-2F21-44C6-BAD6-76BF176B4513}" type="pres">
      <dgm:prSet presAssocID="{960926A3-10E1-42FA-9DAB-7C68F46F44D5}" presName="space" presStyleCnt="0"/>
      <dgm:spPr/>
    </dgm:pt>
    <dgm:pt modelId="{5C4CBA8B-5662-4AFC-88AE-2E32C5E27257}" type="pres">
      <dgm:prSet presAssocID="{211E55B0-8374-4C13-A921-726E5DC4872E}" presName="composite" presStyleCnt="0"/>
      <dgm:spPr/>
    </dgm:pt>
    <dgm:pt modelId="{D2084A93-61C2-4B55-B2E5-2DF6C7FC0ECE}" type="pres">
      <dgm:prSet presAssocID="{211E55B0-8374-4C13-A921-726E5DC4872E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71D59706-B6F2-4693-A0B6-05D38D9C7A47}" type="pres">
      <dgm:prSet presAssocID="{211E55B0-8374-4C13-A921-726E5DC4872E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7CC82105-9E41-44A6-8C5C-F9BA78795508}" srcId="{151DD008-A980-4AEC-9B93-9152E81FC981}" destId="{08B28310-4C8F-4E30-8270-2EE5A47B2B12}" srcOrd="0" destOrd="0" parTransId="{ADFB1C75-9022-4CC9-9265-6C65FB1C00AB}" sibTransId="{E0F083E5-96EA-4F9C-BF1C-9D2B82A5A4FB}"/>
    <dgm:cxn modelId="{F5D23E0D-985C-479A-B896-F3866D5FFC97}" srcId="{760B1A50-6B02-4A6C-BFC9-AEBD32303763}" destId="{88A9CFD8-3297-4E18-8017-B602CBDAB1BE}" srcOrd="0" destOrd="0" parTransId="{49359A2E-445B-4B5A-B3E6-6D70173AC3F1}" sibTransId="{62B487D9-2C3E-4BA2-8183-6388BEC25319}"/>
    <dgm:cxn modelId="{A4E54210-4CA7-4B05-9796-3DCA6CEF7F9C}" type="presOf" srcId="{760B1A50-6B02-4A6C-BFC9-AEBD32303763}" destId="{CB813466-2B18-4DC6-B70E-FD03F7D487DA}" srcOrd="0" destOrd="0" presId="urn:microsoft.com/office/officeart/2005/8/layout/hList1"/>
    <dgm:cxn modelId="{8411581D-06FF-4A64-8C2F-F935D473A4F1}" type="presOf" srcId="{08B28310-4C8F-4E30-8270-2EE5A47B2B12}" destId="{5D5D2CC3-2D0C-48F8-8E66-7C86B7117791}" srcOrd="0" destOrd="0" presId="urn:microsoft.com/office/officeart/2005/8/layout/hList1"/>
    <dgm:cxn modelId="{7FD86A2A-3635-4B1F-919B-7290A999A8CA}" type="presOf" srcId="{5D9D0024-27EB-47C2-A744-AB65ECEE2490}" destId="{EB5F4668-D4D6-43F7-9280-B6E9098C1A80}" srcOrd="0" destOrd="0" presId="urn:microsoft.com/office/officeart/2005/8/layout/hList1"/>
    <dgm:cxn modelId="{AC2D0C2F-C134-47E6-B98C-1E32E8C36014}" type="presOf" srcId="{88A9CFD8-3297-4E18-8017-B602CBDAB1BE}" destId="{CB813466-2B18-4DC6-B70E-FD03F7D487DA}" srcOrd="0" destOrd="1" presId="urn:microsoft.com/office/officeart/2005/8/layout/hList1"/>
    <dgm:cxn modelId="{49453846-9FE2-4287-B7BF-0A10868D4D7A}" type="presOf" srcId="{211E55B0-8374-4C13-A921-726E5DC4872E}" destId="{D2084A93-61C2-4B55-B2E5-2DF6C7FC0ECE}" srcOrd="0" destOrd="0" presId="urn:microsoft.com/office/officeart/2005/8/layout/hList1"/>
    <dgm:cxn modelId="{BFDCB96B-6980-4153-AF1A-72D5DFA178CE}" srcId="{211E55B0-8374-4C13-A921-726E5DC4872E}" destId="{F3A0AA3A-6CC4-4670-ADD2-E3113A6B07E9}" srcOrd="0" destOrd="0" parTransId="{F382C81B-A404-4CCE-94AD-C10D557C47FD}" sibTransId="{F83113B5-0C22-464F-B1A0-4C2F8A0C0AD8}"/>
    <dgm:cxn modelId="{F51F494F-8CDC-43B5-A799-1889FE054D1D}" srcId="{151DD008-A980-4AEC-9B93-9152E81FC981}" destId="{211E55B0-8374-4C13-A921-726E5DC4872E}" srcOrd="2" destOrd="0" parTransId="{CFF6F37A-2B11-4AD3-A853-CCC9F589FF85}" sibTransId="{E83C94E6-834A-48D6-837E-80F43AF60BF9}"/>
    <dgm:cxn modelId="{8C2E1078-88C6-478A-AC69-2E4931008E8F}" type="presOf" srcId="{68E5C761-5641-4C06-80F2-5EB06F25AA41}" destId="{6E62C8D5-A95C-4040-9BF9-2262FD4CB209}" srcOrd="0" destOrd="0" presId="urn:microsoft.com/office/officeart/2005/8/layout/hList1"/>
    <dgm:cxn modelId="{6D5A1459-B5EB-468C-B166-FCE2DC8FC755}" type="presOf" srcId="{F3A0AA3A-6CC4-4670-ADD2-E3113A6B07E9}" destId="{71D59706-B6F2-4693-A0B6-05D38D9C7A47}" srcOrd="0" destOrd="0" presId="urn:microsoft.com/office/officeart/2005/8/layout/hList1"/>
    <dgm:cxn modelId="{8822337B-73AE-465D-87E2-D63A4D358B57}" srcId="{08B28310-4C8F-4E30-8270-2EE5A47B2B12}" destId="{760B1A50-6B02-4A6C-BFC9-AEBD32303763}" srcOrd="0" destOrd="0" parTransId="{F2FD99EB-582A-4816-ADE5-893F8F562EAD}" sibTransId="{62EBA6C5-D26B-4E30-85F3-ACAB4629F1DA}"/>
    <dgm:cxn modelId="{8F37627F-8508-4172-98F7-418492108342}" srcId="{151DD008-A980-4AEC-9B93-9152E81FC981}" destId="{5D9D0024-27EB-47C2-A744-AB65ECEE2490}" srcOrd="1" destOrd="0" parTransId="{EE917D65-9A35-4806-8E3E-418564B23734}" sibTransId="{960926A3-10E1-42FA-9DAB-7C68F46F44D5}"/>
    <dgm:cxn modelId="{B7BABF85-657B-44D1-996A-B4D353631568}" type="presOf" srcId="{3B3CB2CA-88BC-429E-9632-BE88385F100B}" destId="{71D59706-B6F2-4693-A0B6-05D38D9C7A47}" srcOrd="0" destOrd="1" presId="urn:microsoft.com/office/officeart/2005/8/layout/hList1"/>
    <dgm:cxn modelId="{F0AB668A-70C8-4978-B1E9-0D93EDB82D65}" type="presOf" srcId="{151DD008-A980-4AEC-9B93-9152E81FC981}" destId="{FA9A5625-C652-4D19-B5DE-7D9D7DB524D1}" srcOrd="0" destOrd="0" presId="urn:microsoft.com/office/officeart/2005/8/layout/hList1"/>
    <dgm:cxn modelId="{CE4F1593-9C67-418D-BEFB-7AF9491ED1AD}" srcId="{08B28310-4C8F-4E30-8270-2EE5A47B2B12}" destId="{EFFDDA56-B17A-4213-BAB7-C120B74C5D59}" srcOrd="1" destOrd="0" parTransId="{046C3672-A081-4473-BB95-0E1CE5A893D7}" sibTransId="{9CE39C41-80E8-4515-83C2-4E271CC84B9F}"/>
    <dgm:cxn modelId="{BA85E693-E601-4D7B-8180-2AAE6F59432A}" srcId="{5D9D0024-27EB-47C2-A744-AB65ECEE2490}" destId="{F64ED238-4CD6-4788-AA39-2691DD9BD045}" srcOrd="1" destOrd="0" parTransId="{8012DEE6-317D-41CF-B22E-0D33589EB7AD}" sibTransId="{E6A157C7-DADF-48FB-B221-D9126D486CF3}"/>
    <dgm:cxn modelId="{FC0EEA96-D3C7-4697-9A49-0659D8426435}" type="presOf" srcId="{EFFDDA56-B17A-4213-BAB7-C120B74C5D59}" destId="{CB813466-2B18-4DC6-B70E-FD03F7D487DA}" srcOrd="0" destOrd="2" presId="urn:microsoft.com/office/officeart/2005/8/layout/hList1"/>
    <dgm:cxn modelId="{25A867A3-F6D8-4C84-BF55-7FC0A0FA7659}" type="presOf" srcId="{F64ED238-4CD6-4788-AA39-2691DD9BD045}" destId="{6E62C8D5-A95C-4040-9BF9-2262FD4CB209}" srcOrd="0" destOrd="1" presId="urn:microsoft.com/office/officeart/2005/8/layout/hList1"/>
    <dgm:cxn modelId="{261308CD-C5E1-4E9B-9393-39A235C687C6}" srcId="{5D9D0024-27EB-47C2-A744-AB65ECEE2490}" destId="{68E5C761-5641-4C06-80F2-5EB06F25AA41}" srcOrd="0" destOrd="0" parTransId="{091EB7D3-129B-4D24-8945-2813BAE05FAC}" sibTransId="{EB55A884-8F0E-42A7-AD04-5FF4EB369559}"/>
    <dgm:cxn modelId="{540868D3-F984-4660-B86A-6A1FA4F15014}" srcId="{F3A0AA3A-6CC4-4670-ADD2-E3113A6B07E9}" destId="{3B3CB2CA-88BC-429E-9632-BE88385F100B}" srcOrd="0" destOrd="0" parTransId="{C346DF89-388C-49A0-A300-49A89FC84C85}" sibTransId="{C6922D48-8458-48DE-9616-33646EED9F66}"/>
    <dgm:cxn modelId="{A7449F0D-0213-4BFB-A391-228D3394C6E3}" type="presParOf" srcId="{FA9A5625-C652-4D19-B5DE-7D9D7DB524D1}" destId="{D3350F17-B1A4-4DA7-B5B8-1EB36D637B3E}" srcOrd="0" destOrd="0" presId="urn:microsoft.com/office/officeart/2005/8/layout/hList1"/>
    <dgm:cxn modelId="{CB07BC01-9E9B-43A8-8816-377F2459B430}" type="presParOf" srcId="{D3350F17-B1A4-4DA7-B5B8-1EB36D637B3E}" destId="{5D5D2CC3-2D0C-48F8-8E66-7C86B7117791}" srcOrd="0" destOrd="0" presId="urn:microsoft.com/office/officeart/2005/8/layout/hList1"/>
    <dgm:cxn modelId="{4A507389-A48E-41CF-BC92-9ADF00D8E757}" type="presParOf" srcId="{D3350F17-B1A4-4DA7-B5B8-1EB36D637B3E}" destId="{CB813466-2B18-4DC6-B70E-FD03F7D487DA}" srcOrd="1" destOrd="0" presId="urn:microsoft.com/office/officeart/2005/8/layout/hList1"/>
    <dgm:cxn modelId="{0D01F977-6B2E-4056-8081-5A6B148A300C}" type="presParOf" srcId="{FA9A5625-C652-4D19-B5DE-7D9D7DB524D1}" destId="{ADDA3AB4-5857-4BFE-90C8-AED9FF0479E4}" srcOrd="1" destOrd="0" presId="urn:microsoft.com/office/officeart/2005/8/layout/hList1"/>
    <dgm:cxn modelId="{734C039D-AFB5-410E-96E3-770BA23EDAE3}" type="presParOf" srcId="{FA9A5625-C652-4D19-B5DE-7D9D7DB524D1}" destId="{F06F7B02-9C34-426D-A003-8B69807DAB03}" srcOrd="2" destOrd="0" presId="urn:microsoft.com/office/officeart/2005/8/layout/hList1"/>
    <dgm:cxn modelId="{1835323E-8731-4037-ABD5-DC5301D77812}" type="presParOf" srcId="{F06F7B02-9C34-426D-A003-8B69807DAB03}" destId="{EB5F4668-D4D6-43F7-9280-B6E9098C1A80}" srcOrd="0" destOrd="0" presId="urn:microsoft.com/office/officeart/2005/8/layout/hList1"/>
    <dgm:cxn modelId="{3DFE13E8-6ABA-4558-BB0F-623E29194D18}" type="presParOf" srcId="{F06F7B02-9C34-426D-A003-8B69807DAB03}" destId="{6E62C8D5-A95C-4040-9BF9-2262FD4CB209}" srcOrd="1" destOrd="0" presId="urn:microsoft.com/office/officeart/2005/8/layout/hList1"/>
    <dgm:cxn modelId="{BB1B80F2-54D3-48F7-9FDE-48E54CA0E75E}" type="presParOf" srcId="{FA9A5625-C652-4D19-B5DE-7D9D7DB524D1}" destId="{A45B414F-2F21-44C6-BAD6-76BF176B4513}" srcOrd="3" destOrd="0" presId="urn:microsoft.com/office/officeart/2005/8/layout/hList1"/>
    <dgm:cxn modelId="{4BE9A536-81AE-419F-8702-DE379DF0F99A}" type="presParOf" srcId="{FA9A5625-C652-4D19-B5DE-7D9D7DB524D1}" destId="{5C4CBA8B-5662-4AFC-88AE-2E32C5E27257}" srcOrd="4" destOrd="0" presId="urn:microsoft.com/office/officeart/2005/8/layout/hList1"/>
    <dgm:cxn modelId="{7DDA9F68-F3F4-425A-988F-9E38F7C833F5}" type="presParOf" srcId="{5C4CBA8B-5662-4AFC-88AE-2E32C5E27257}" destId="{D2084A93-61C2-4B55-B2E5-2DF6C7FC0ECE}" srcOrd="0" destOrd="0" presId="urn:microsoft.com/office/officeart/2005/8/layout/hList1"/>
    <dgm:cxn modelId="{76A0FDB4-9AAF-4745-883E-B1FF8E4B18AC}" type="presParOf" srcId="{5C4CBA8B-5662-4AFC-88AE-2E32C5E27257}" destId="{71D59706-B6F2-4693-A0B6-05D38D9C7A47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98EB3D6-1326-43AF-B59A-83E5B8180011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4182FFC-9272-4D73-8D60-B5BFA7A98005}">
      <dgm:prSet/>
      <dgm:spPr/>
      <dgm:t>
        <a:bodyPr/>
        <a:lstStyle/>
        <a:p>
          <a:r>
            <a:rPr lang="en-US"/>
            <a:t>Areas of Application</a:t>
          </a:r>
        </a:p>
      </dgm:t>
    </dgm:pt>
    <dgm:pt modelId="{150080FF-7D5B-4AEB-8F6D-FC9E52682561}" type="parTrans" cxnId="{6BB0FE5D-B3C3-4802-B321-9B4F762D902A}">
      <dgm:prSet/>
      <dgm:spPr/>
      <dgm:t>
        <a:bodyPr/>
        <a:lstStyle/>
        <a:p>
          <a:endParaRPr lang="en-US"/>
        </a:p>
      </dgm:t>
    </dgm:pt>
    <dgm:pt modelId="{A5954E41-E89A-4AE9-A4D7-748E83A34ED8}" type="sibTrans" cxnId="{6BB0FE5D-B3C3-4802-B321-9B4F762D902A}">
      <dgm:prSet/>
      <dgm:spPr/>
      <dgm:t>
        <a:bodyPr/>
        <a:lstStyle/>
        <a:p>
          <a:endParaRPr lang="en-US"/>
        </a:p>
      </dgm:t>
    </dgm:pt>
    <dgm:pt modelId="{5D3EA09D-D893-4D4B-A780-F8BCDF9D0256}">
      <dgm:prSet/>
      <dgm:spPr/>
      <dgm:t>
        <a:bodyPr/>
        <a:lstStyle/>
        <a:p>
          <a:r>
            <a:rPr lang="en-US"/>
            <a:t>Basis of UI for testing prototype was generated using ChatGPT</a:t>
          </a:r>
        </a:p>
      </dgm:t>
    </dgm:pt>
    <dgm:pt modelId="{38950A89-14AA-4DA4-A71F-BD1988F3ECFF}" type="parTrans" cxnId="{5F50FF9F-9B86-4A80-BC21-C9C1B06E9C39}">
      <dgm:prSet/>
      <dgm:spPr/>
      <dgm:t>
        <a:bodyPr/>
        <a:lstStyle/>
        <a:p>
          <a:endParaRPr lang="en-US"/>
        </a:p>
      </dgm:t>
    </dgm:pt>
    <dgm:pt modelId="{88718E2A-6537-405C-A447-4B9F927FB4E2}" type="sibTrans" cxnId="{5F50FF9F-9B86-4A80-BC21-C9C1B06E9C39}">
      <dgm:prSet/>
      <dgm:spPr/>
      <dgm:t>
        <a:bodyPr/>
        <a:lstStyle/>
        <a:p>
          <a:endParaRPr lang="en-US"/>
        </a:p>
      </dgm:t>
    </dgm:pt>
    <dgm:pt modelId="{A3A15A4B-C4FB-4B0B-8F12-826091DA8450}">
      <dgm:prSet/>
      <dgm:spPr/>
      <dgm:t>
        <a:bodyPr/>
        <a:lstStyle/>
        <a:p>
          <a:r>
            <a:rPr lang="en-US"/>
            <a:t>Brainstorming for technical phrasing and formatting in documentation using ChatGPT</a:t>
          </a:r>
        </a:p>
      </dgm:t>
    </dgm:pt>
    <dgm:pt modelId="{E0FF5521-E119-4309-A746-65B93DD78CDD}" type="parTrans" cxnId="{8EFB7769-172F-46AA-A86E-5267427724DA}">
      <dgm:prSet/>
      <dgm:spPr/>
      <dgm:t>
        <a:bodyPr/>
        <a:lstStyle/>
        <a:p>
          <a:endParaRPr lang="en-US"/>
        </a:p>
      </dgm:t>
    </dgm:pt>
    <dgm:pt modelId="{635A6BE5-0A83-45BB-AEC7-2474F7FACAFB}" type="sibTrans" cxnId="{8EFB7769-172F-46AA-A86E-5267427724DA}">
      <dgm:prSet/>
      <dgm:spPr/>
      <dgm:t>
        <a:bodyPr/>
        <a:lstStyle/>
        <a:p>
          <a:endParaRPr lang="en-US"/>
        </a:p>
      </dgm:t>
    </dgm:pt>
    <dgm:pt modelId="{C35242FF-AAAA-43D3-9412-7929ABFD35CB}">
      <dgm:prSet/>
      <dgm:spPr/>
      <dgm:t>
        <a:bodyPr/>
        <a:lstStyle/>
        <a:p>
          <a:r>
            <a:rPr lang="en-US"/>
            <a:t>PowerPoint Designer AI to assist in organized, engaging presentation layout</a:t>
          </a:r>
        </a:p>
      </dgm:t>
    </dgm:pt>
    <dgm:pt modelId="{C86AE035-E1D6-4AAE-BF45-F8D1523C31C1}" type="parTrans" cxnId="{BFD4B85A-D237-47E5-9C79-A24D63380B78}">
      <dgm:prSet/>
      <dgm:spPr/>
      <dgm:t>
        <a:bodyPr/>
        <a:lstStyle/>
        <a:p>
          <a:endParaRPr lang="en-US"/>
        </a:p>
      </dgm:t>
    </dgm:pt>
    <dgm:pt modelId="{C53C5591-5EDB-453B-AC2E-AEF9D9282E30}" type="sibTrans" cxnId="{BFD4B85A-D237-47E5-9C79-A24D63380B78}">
      <dgm:prSet/>
      <dgm:spPr/>
      <dgm:t>
        <a:bodyPr/>
        <a:lstStyle/>
        <a:p>
          <a:endParaRPr lang="en-US"/>
        </a:p>
      </dgm:t>
    </dgm:pt>
    <dgm:pt modelId="{A26FAB81-9357-4270-94D1-7EB6E216669B}">
      <dgm:prSet/>
      <dgm:spPr/>
      <dgm:t>
        <a:bodyPr/>
        <a:lstStyle/>
        <a:p>
          <a:r>
            <a:rPr lang="en-US"/>
            <a:t>Improvements</a:t>
          </a:r>
        </a:p>
      </dgm:t>
    </dgm:pt>
    <dgm:pt modelId="{38B9E66A-ED2D-41E2-919E-1199DD351204}" type="parTrans" cxnId="{F3DA3B05-1A3A-44FA-98F2-9D7F6CF4405D}">
      <dgm:prSet/>
      <dgm:spPr/>
      <dgm:t>
        <a:bodyPr/>
        <a:lstStyle/>
        <a:p>
          <a:endParaRPr lang="en-US"/>
        </a:p>
      </dgm:t>
    </dgm:pt>
    <dgm:pt modelId="{5ED71F65-A6CD-4D46-8C6C-276004C01731}" type="sibTrans" cxnId="{F3DA3B05-1A3A-44FA-98F2-9D7F6CF4405D}">
      <dgm:prSet/>
      <dgm:spPr/>
      <dgm:t>
        <a:bodyPr/>
        <a:lstStyle/>
        <a:p>
          <a:endParaRPr lang="en-US"/>
        </a:p>
      </dgm:t>
    </dgm:pt>
    <dgm:pt modelId="{1061A848-16ED-4B1D-868E-A3C7FCFFBF5D}">
      <dgm:prSet/>
      <dgm:spPr/>
      <dgm:t>
        <a:bodyPr/>
        <a:lstStyle/>
        <a:p>
          <a:r>
            <a:rPr lang="en-US"/>
            <a:t>Improved clarity and reduce repetition in documentation </a:t>
          </a:r>
        </a:p>
      </dgm:t>
    </dgm:pt>
    <dgm:pt modelId="{27C38598-E9ED-44D7-97F3-48FCAA596A52}" type="parTrans" cxnId="{CE84B3C4-C2C0-4AF3-BD13-5DE64C149F12}">
      <dgm:prSet/>
      <dgm:spPr/>
      <dgm:t>
        <a:bodyPr/>
        <a:lstStyle/>
        <a:p>
          <a:endParaRPr lang="en-US"/>
        </a:p>
      </dgm:t>
    </dgm:pt>
    <dgm:pt modelId="{C064F2EE-120D-44A3-8D05-8C40D97B5C35}" type="sibTrans" cxnId="{CE84B3C4-C2C0-4AF3-BD13-5DE64C149F12}">
      <dgm:prSet/>
      <dgm:spPr/>
      <dgm:t>
        <a:bodyPr/>
        <a:lstStyle/>
        <a:p>
          <a:endParaRPr lang="en-US"/>
        </a:p>
      </dgm:t>
    </dgm:pt>
    <dgm:pt modelId="{31EF497C-8E1D-4976-A6FA-660A2B5E68A6}">
      <dgm:prSet/>
      <dgm:spPr/>
      <dgm:t>
        <a:bodyPr/>
        <a:lstStyle/>
        <a:p>
          <a:r>
            <a:rPr lang="en-US"/>
            <a:t>Allowed to focus on presentation content rather than struggling with layout, saving time</a:t>
          </a:r>
        </a:p>
      </dgm:t>
    </dgm:pt>
    <dgm:pt modelId="{A27F52A6-38BC-46D9-BFB3-0FCCFDD9A563}" type="parTrans" cxnId="{E07889D2-EC97-420D-B24A-72FF41B3B561}">
      <dgm:prSet/>
      <dgm:spPr/>
      <dgm:t>
        <a:bodyPr/>
        <a:lstStyle/>
        <a:p>
          <a:endParaRPr lang="en-US"/>
        </a:p>
      </dgm:t>
    </dgm:pt>
    <dgm:pt modelId="{4330143F-E2A1-4A6A-8936-818AFC543A16}" type="sibTrans" cxnId="{E07889D2-EC97-420D-B24A-72FF41B3B561}">
      <dgm:prSet/>
      <dgm:spPr/>
      <dgm:t>
        <a:bodyPr/>
        <a:lstStyle/>
        <a:p>
          <a:endParaRPr lang="en-US"/>
        </a:p>
      </dgm:t>
    </dgm:pt>
    <dgm:pt modelId="{054237D9-7C53-48FA-BF86-0E021C1C2810}">
      <dgm:prSet/>
      <dgm:spPr/>
      <dgm:t>
        <a:bodyPr/>
        <a:lstStyle/>
        <a:p>
          <a:r>
            <a:rPr lang="en-US"/>
            <a:t>Also saved time for prototype creation so testing and feature implementation were prioritized</a:t>
          </a:r>
        </a:p>
      </dgm:t>
    </dgm:pt>
    <dgm:pt modelId="{0F21C792-D984-4907-AED5-BAA93269B58B}" type="parTrans" cxnId="{DBC8CDDB-B12E-46F0-8A60-413E028AA721}">
      <dgm:prSet/>
      <dgm:spPr/>
      <dgm:t>
        <a:bodyPr/>
        <a:lstStyle/>
        <a:p>
          <a:endParaRPr lang="en-US"/>
        </a:p>
      </dgm:t>
    </dgm:pt>
    <dgm:pt modelId="{D74BFD36-3C90-48A8-AAFA-62FF4B621320}" type="sibTrans" cxnId="{DBC8CDDB-B12E-46F0-8A60-413E028AA721}">
      <dgm:prSet/>
      <dgm:spPr/>
      <dgm:t>
        <a:bodyPr/>
        <a:lstStyle/>
        <a:p>
          <a:endParaRPr lang="en-US"/>
        </a:p>
      </dgm:t>
    </dgm:pt>
    <dgm:pt modelId="{DD58E405-D4B1-4C13-A447-9880AEBA2BA7}">
      <dgm:prSet/>
      <dgm:spPr/>
      <dgm:t>
        <a:bodyPr/>
        <a:lstStyle/>
        <a:p>
          <a:r>
            <a:rPr lang="en-US"/>
            <a:t>Limitations and Refinement</a:t>
          </a:r>
        </a:p>
      </dgm:t>
    </dgm:pt>
    <dgm:pt modelId="{E9C8DEF9-68A3-4D85-A0A9-050643B7F621}" type="parTrans" cxnId="{90EF8F96-8E23-4897-AB1D-30798649AAC5}">
      <dgm:prSet/>
      <dgm:spPr/>
      <dgm:t>
        <a:bodyPr/>
        <a:lstStyle/>
        <a:p>
          <a:endParaRPr lang="en-US"/>
        </a:p>
      </dgm:t>
    </dgm:pt>
    <dgm:pt modelId="{9EF0EB10-3E41-4E3E-BC01-17DC79706E96}" type="sibTrans" cxnId="{90EF8F96-8E23-4897-AB1D-30798649AAC5}">
      <dgm:prSet/>
      <dgm:spPr/>
      <dgm:t>
        <a:bodyPr/>
        <a:lstStyle/>
        <a:p>
          <a:endParaRPr lang="en-US"/>
        </a:p>
      </dgm:t>
    </dgm:pt>
    <dgm:pt modelId="{FCB0FEDA-06E7-4DA2-865A-F7283DCAEE30}">
      <dgm:prSet/>
      <dgm:spPr/>
      <dgm:t>
        <a:bodyPr/>
        <a:lstStyle/>
        <a:p>
          <a:r>
            <a:rPr lang="en-US"/>
            <a:t>AI occasionally misunderstood portions of the project</a:t>
          </a:r>
        </a:p>
      </dgm:t>
    </dgm:pt>
    <dgm:pt modelId="{2DFBA3C3-4040-43B0-A161-7091A7182810}" type="parTrans" cxnId="{DB69D48C-F9F3-4D29-A42A-E680FE64CA3F}">
      <dgm:prSet/>
      <dgm:spPr/>
      <dgm:t>
        <a:bodyPr/>
        <a:lstStyle/>
        <a:p>
          <a:endParaRPr lang="en-US"/>
        </a:p>
      </dgm:t>
    </dgm:pt>
    <dgm:pt modelId="{C78D351C-449A-42C2-A7B3-84EFBA485610}" type="sibTrans" cxnId="{DB69D48C-F9F3-4D29-A42A-E680FE64CA3F}">
      <dgm:prSet/>
      <dgm:spPr/>
      <dgm:t>
        <a:bodyPr/>
        <a:lstStyle/>
        <a:p>
          <a:endParaRPr lang="en-US"/>
        </a:p>
      </dgm:t>
    </dgm:pt>
    <dgm:pt modelId="{AB54CC1C-245F-49DD-8D6A-3B2A4D579882}">
      <dgm:prSet/>
      <dgm:spPr/>
      <dgm:t>
        <a:bodyPr/>
        <a:lstStyle/>
        <a:p>
          <a:r>
            <a:rPr lang="en-US"/>
            <a:t>However, this was indicative that these areas needed to be further refined</a:t>
          </a:r>
        </a:p>
      </dgm:t>
    </dgm:pt>
    <dgm:pt modelId="{606A5575-706F-4D53-BEA0-1AFB5B45038B}" type="parTrans" cxnId="{34340453-8C6C-43D5-BD58-0064364ED2FD}">
      <dgm:prSet/>
      <dgm:spPr/>
      <dgm:t>
        <a:bodyPr/>
        <a:lstStyle/>
        <a:p>
          <a:endParaRPr lang="en-US"/>
        </a:p>
      </dgm:t>
    </dgm:pt>
    <dgm:pt modelId="{3CAAC495-6484-464E-99D7-EB1D11C51241}" type="sibTrans" cxnId="{34340453-8C6C-43D5-BD58-0064364ED2FD}">
      <dgm:prSet/>
      <dgm:spPr/>
      <dgm:t>
        <a:bodyPr/>
        <a:lstStyle/>
        <a:p>
          <a:endParaRPr lang="en-US"/>
        </a:p>
      </dgm:t>
    </dgm:pt>
    <dgm:pt modelId="{06DC3BC2-C920-4D37-AF43-7F041D6C2443}" type="pres">
      <dgm:prSet presAssocID="{298EB3D6-1326-43AF-B59A-83E5B8180011}" presName="linear" presStyleCnt="0">
        <dgm:presLayoutVars>
          <dgm:dir/>
          <dgm:animLvl val="lvl"/>
          <dgm:resizeHandles val="exact"/>
        </dgm:presLayoutVars>
      </dgm:prSet>
      <dgm:spPr/>
    </dgm:pt>
    <dgm:pt modelId="{C72CDDD2-09EB-48BC-A189-6E57CB32FBC9}" type="pres">
      <dgm:prSet presAssocID="{74182FFC-9272-4D73-8D60-B5BFA7A98005}" presName="parentLin" presStyleCnt="0"/>
      <dgm:spPr/>
    </dgm:pt>
    <dgm:pt modelId="{5FB884CC-8D47-4CBD-A897-31B929FBD6BD}" type="pres">
      <dgm:prSet presAssocID="{74182FFC-9272-4D73-8D60-B5BFA7A98005}" presName="parentLeftMargin" presStyleLbl="node1" presStyleIdx="0" presStyleCnt="3"/>
      <dgm:spPr/>
    </dgm:pt>
    <dgm:pt modelId="{FA03E09D-CA60-4B52-82C5-EE91EACDE3B3}" type="pres">
      <dgm:prSet presAssocID="{74182FFC-9272-4D73-8D60-B5BFA7A9800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A91D8BC-5BF4-4645-BD0D-F1E258E4AC9B}" type="pres">
      <dgm:prSet presAssocID="{74182FFC-9272-4D73-8D60-B5BFA7A98005}" presName="negativeSpace" presStyleCnt="0"/>
      <dgm:spPr/>
    </dgm:pt>
    <dgm:pt modelId="{210C614E-F43B-4D4A-9446-7AD6AA049E43}" type="pres">
      <dgm:prSet presAssocID="{74182FFC-9272-4D73-8D60-B5BFA7A98005}" presName="childText" presStyleLbl="conFgAcc1" presStyleIdx="0" presStyleCnt="3">
        <dgm:presLayoutVars>
          <dgm:bulletEnabled val="1"/>
        </dgm:presLayoutVars>
      </dgm:prSet>
      <dgm:spPr/>
    </dgm:pt>
    <dgm:pt modelId="{E1089ABD-477D-4802-834D-403E26E8436D}" type="pres">
      <dgm:prSet presAssocID="{A5954E41-E89A-4AE9-A4D7-748E83A34ED8}" presName="spaceBetweenRectangles" presStyleCnt="0"/>
      <dgm:spPr/>
    </dgm:pt>
    <dgm:pt modelId="{700E1CBE-F027-4340-A599-5C2138545802}" type="pres">
      <dgm:prSet presAssocID="{A26FAB81-9357-4270-94D1-7EB6E216669B}" presName="parentLin" presStyleCnt="0"/>
      <dgm:spPr/>
    </dgm:pt>
    <dgm:pt modelId="{FE4731BE-8363-468F-A060-162BB10A0E64}" type="pres">
      <dgm:prSet presAssocID="{A26FAB81-9357-4270-94D1-7EB6E216669B}" presName="parentLeftMargin" presStyleLbl="node1" presStyleIdx="0" presStyleCnt="3"/>
      <dgm:spPr/>
    </dgm:pt>
    <dgm:pt modelId="{8EE78288-B707-418F-8C6A-474C86732B7E}" type="pres">
      <dgm:prSet presAssocID="{A26FAB81-9357-4270-94D1-7EB6E216669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A1053E8-B670-49D4-9A26-3BC7A569C872}" type="pres">
      <dgm:prSet presAssocID="{A26FAB81-9357-4270-94D1-7EB6E216669B}" presName="negativeSpace" presStyleCnt="0"/>
      <dgm:spPr/>
    </dgm:pt>
    <dgm:pt modelId="{208C97C0-A72D-4653-AA7B-E7301B1ED627}" type="pres">
      <dgm:prSet presAssocID="{A26FAB81-9357-4270-94D1-7EB6E216669B}" presName="childText" presStyleLbl="conFgAcc1" presStyleIdx="1" presStyleCnt="3">
        <dgm:presLayoutVars>
          <dgm:bulletEnabled val="1"/>
        </dgm:presLayoutVars>
      </dgm:prSet>
      <dgm:spPr/>
    </dgm:pt>
    <dgm:pt modelId="{E67A32A9-0A58-44D6-9987-BDAFCBE9878D}" type="pres">
      <dgm:prSet presAssocID="{5ED71F65-A6CD-4D46-8C6C-276004C01731}" presName="spaceBetweenRectangles" presStyleCnt="0"/>
      <dgm:spPr/>
    </dgm:pt>
    <dgm:pt modelId="{160CF921-D95D-407F-8DBF-46B550A02C25}" type="pres">
      <dgm:prSet presAssocID="{DD58E405-D4B1-4C13-A447-9880AEBA2BA7}" presName="parentLin" presStyleCnt="0"/>
      <dgm:spPr/>
    </dgm:pt>
    <dgm:pt modelId="{5C7AE19A-F307-45A3-85B4-2065F2DA1BBF}" type="pres">
      <dgm:prSet presAssocID="{DD58E405-D4B1-4C13-A447-9880AEBA2BA7}" presName="parentLeftMargin" presStyleLbl="node1" presStyleIdx="1" presStyleCnt="3"/>
      <dgm:spPr/>
    </dgm:pt>
    <dgm:pt modelId="{BB9CC716-9541-4044-A883-7296B1977842}" type="pres">
      <dgm:prSet presAssocID="{DD58E405-D4B1-4C13-A447-9880AEBA2BA7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B75A10CB-2652-4581-952B-ACD795DB4019}" type="pres">
      <dgm:prSet presAssocID="{DD58E405-D4B1-4C13-A447-9880AEBA2BA7}" presName="negativeSpace" presStyleCnt="0"/>
      <dgm:spPr/>
    </dgm:pt>
    <dgm:pt modelId="{234C3FA2-3E88-4486-B1E0-6F424E9E1471}" type="pres">
      <dgm:prSet presAssocID="{DD58E405-D4B1-4C13-A447-9880AEBA2BA7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706D7104-9E56-4029-A70F-A684F0C49C00}" type="presOf" srcId="{A3A15A4B-C4FB-4B0B-8F12-826091DA8450}" destId="{210C614E-F43B-4D4A-9446-7AD6AA049E43}" srcOrd="0" destOrd="1" presId="urn:microsoft.com/office/officeart/2005/8/layout/list1"/>
    <dgm:cxn modelId="{F3DA3B05-1A3A-44FA-98F2-9D7F6CF4405D}" srcId="{298EB3D6-1326-43AF-B59A-83E5B8180011}" destId="{A26FAB81-9357-4270-94D1-7EB6E216669B}" srcOrd="1" destOrd="0" parTransId="{38B9E66A-ED2D-41E2-919E-1199DD351204}" sibTransId="{5ED71F65-A6CD-4D46-8C6C-276004C01731}"/>
    <dgm:cxn modelId="{6BB0FE5D-B3C3-4802-B321-9B4F762D902A}" srcId="{298EB3D6-1326-43AF-B59A-83E5B8180011}" destId="{74182FFC-9272-4D73-8D60-B5BFA7A98005}" srcOrd="0" destOrd="0" parTransId="{150080FF-7D5B-4AEB-8F6D-FC9E52682561}" sibTransId="{A5954E41-E89A-4AE9-A4D7-748E83A34ED8}"/>
    <dgm:cxn modelId="{9B066164-2813-4211-A1B7-EA3BABBD01CD}" type="presOf" srcId="{A26FAB81-9357-4270-94D1-7EB6E216669B}" destId="{8EE78288-B707-418F-8C6A-474C86732B7E}" srcOrd="1" destOrd="0" presId="urn:microsoft.com/office/officeart/2005/8/layout/list1"/>
    <dgm:cxn modelId="{05D2D968-63E3-4BA1-9DF2-3B912C8B3974}" type="presOf" srcId="{054237D9-7C53-48FA-BF86-0E021C1C2810}" destId="{208C97C0-A72D-4653-AA7B-E7301B1ED627}" srcOrd="0" destOrd="2" presId="urn:microsoft.com/office/officeart/2005/8/layout/list1"/>
    <dgm:cxn modelId="{8EFB7769-172F-46AA-A86E-5267427724DA}" srcId="{74182FFC-9272-4D73-8D60-B5BFA7A98005}" destId="{A3A15A4B-C4FB-4B0B-8F12-826091DA8450}" srcOrd="1" destOrd="0" parTransId="{E0FF5521-E119-4309-A746-65B93DD78CDD}" sibTransId="{635A6BE5-0A83-45BB-AEC7-2474F7FACAFB}"/>
    <dgm:cxn modelId="{34340453-8C6C-43D5-BD58-0064364ED2FD}" srcId="{FCB0FEDA-06E7-4DA2-865A-F7283DCAEE30}" destId="{AB54CC1C-245F-49DD-8D6A-3B2A4D579882}" srcOrd="0" destOrd="0" parTransId="{606A5575-706F-4D53-BEA0-1AFB5B45038B}" sibTransId="{3CAAC495-6484-464E-99D7-EB1D11C51241}"/>
    <dgm:cxn modelId="{B2804377-EC3B-4841-8792-2850018E895A}" type="presOf" srcId="{5D3EA09D-D893-4D4B-A780-F8BCDF9D0256}" destId="{210C614E-F43B-4D4A-9446-7AD6AA049E43}" srcOrd="0" destOrd="0" presId="urn:microsoft.com/office/officeart/2005/8/layout/list1"/>
    <dgm:cxn modelId="{BFD4B85A-D237-47E5-9C79-A24D63380B78}" srcId="{74182FFC-9272-4D73-8D60-B5BFA7A98005}" destId="{C35242FF-AAAA-43D3-9412-7929ABFD35CB}" srcOrd="2" destOrd="0" parTransId="{C86AE035-E1D6-4AAE-BF45-F8D1523C31C1}" sibTransId="{C53C5591-5EDB-453B-AC2E-AEF9D9282E30}"/>
    <dgm:cxn modelId="{CCB56E80-B547-4101-BD9C-F892C617EFE6}" type="presOf" srcId="{DD58E405-D4B1-4C13-A447-9880AEBA2BA7}" destId="{BB9CC716-9541-4044-A883-7296B1977842}" srcOrd="1" destOrd="0" presId="urn:microsoft.com/office/officeart/2005/8/layout/list1"/>
    <dgm:cxn modelId="{01C23F89-EC53-4E46-BD37-9333324A4B16}" type="presOf" srcId="{298EB3D6-1326-43AF-B59A-83E5B8180011}" destId="{06DC3BC2-C920-4D37-AF43-7F041D6C2443}" srcOrd="0" destOrd="0" presId="urn:microsoft.com/office/officeart/2005/8/layout/list1"/>
    <dgm:cxn modelId="{DB69D48C-F9F3-4D29-A42A-E680FE64CA3F}" srcId="{DD58E405-D4B1-4C13-A447-9880AEBA2BA7}" destId="{FCB0FEDA-06E7-4DA2-865A-F7283DCAEE30}" srcOrd="0" destOrd="0" parTransId="{2DFBA3C3-4040-43B0-A161-7091A7182810}" sibTransId="{C78D351C-449A-42C2-A7B3-84EFBA485610}"/>
    <dgm:cxn modelId="{90EF8F96-8E23-4897-AB1D-30798649AAC5}" srcId="{298EB3D6-1326-43AF-B59A-83E5B8180011}" destId="{DD58E405-D4B1-4C13-A447-9880AEBA2BA7}" srcOrd="2" destOrd="0" parTransId="{E9C8DEF9-68A3-4D85-A0A9-050643B7F621}" sibTransId="{9EF0EB10-3E41-4E3E-BC01-17DC79706E96}"/>
    <dgm:cxn modelId="{D9AB6E99-8C04-4914-8FD2-8C27CAAB46F3}" type="presOf" srcId="{A26FAB81-9357-4270-94D1-7EB6E216669B}" destId="{FE4731BE-8363-468F-A060-162BB10A0E64}" srcOrd="0" destOrd="0" presId="urn:microsoft.com/office/officeart/2005/8/layout/list1"/>
    <dgm:cxn modelId="{5F50FF9F-9B86-4A80-BC21-C9C1B06E9C39}" srcId="{74182FFC-9272-4D73-8D60-B5BFA7A98005}" destId="{5D3EA09D-D893-4D4B-A780-F8BCDF9D0256}" srcOrd="0" destOrd="0" parTransId="{38950A89-14AA-4DA4-A71F-BD1988F3ECFF}" sibTransId="{88718E2A-6537-405C-A447-4B9F927FB4E2}"/>
    <dgm:cxn modelId="{900DDEA5-99D0-46E5-8D90-9275BFA949D8}" type="presOf" srcId="{AB54CC1C-245F-49DD-8D6A-3B2A4D579882}" destId="{234C3FA2-3E88-4486-B1E0-6F424E9E1471}" srcOrd="0" destOrd="1" presId="urn:microsoft.com/office/officeart/2005/8/layout/list1"/>
    <dgm:cxn modelId="{42C025A8-2E52-45F2-B243-1BC5A8451F62}" type="presOf" srcId="{C35242FF-AAAA-43D3-9412-7929ABFD35CB}" destId="{210C614E-F43B-4D4A-9446-7AD6AA049E43}" srcOrd="0" destOrd="2" presId="urn:microsoft.com/office/officeart/2005/8/layout/list1"/>
    <dgm:cxn modelId="{3A7864AB-A474-4009-B47E-01283434026B}" type="presOf" srcId="{74182FFC-9272-4D73-8D60-B5BFA7A98005}" destId="{5FB884CC-8D47-4CBD-A897-31B929FBD6BD}" srcOrd="0" destOrd="0" presId="urn:microsoft.com/office/officeart/2005/8/layout/list1"/>
    <dgm:cxn modelId="{77731FB9-3056-4421-A45B-7AAEDD7A14A4}" type="presOf" srcId="{74182FFC-9272-4D73-8D60-B5BFA7A98005}" destId="{FA03E09D-CA60-4B52-82C5-EE91EACDE3B3}" srcOrd="1" destOrd="0" presId="urn:microsoft.com/office/officeart/2005/8/layout/list1"/>
    <dgm:cxn modelId="{CE84B3C4-C2C0-4AF3-BD13-5DE64C149F12}" srcId="{A26FAB81-9357-4270-94D1-7EB6E216669B}" destId="{1061A848-16ED-4B1D-868E-A3C7FCFFBF5D}" srcOrd="0" destOrd="0" parTransId="{27C38598-E9ED-44D7-97F3-48FCAA596A52}" sibTransId="{C064F2EE-120D-44A3-8D05-8C40D97B5C35}"/>
    <dgm:cxn modelId="{798A6BD1-CB1A-4D04-B8AB-187524B55313}" type="presOf" srcId="{1061A848-16ED-4B1D-868E-A3C7FCFFBF5D}" destId="{208C97C0-A72D-4653-AA7B-E7301B1ED627}" srcOrd="0" destOrd="0" presId="urn:microsoft.com/office/officeart/2005/8/layout/list1"/>
    <dgm:cxn modelId="{E07889D2-EC97-420D-B24A-72FF41B3B561}" srcId="{A26FAB81-9357-4270-94D1-7EB6E216669B}" destId="{31EF497C-8E1D-4976-A6FA-660A2B5E68A6}" srcOrd="1" destOrd="0" parTransId="{A27F52A6-38BC-46D9-BFB3-0FCCFDD9A563}" sibTransId="{4330143F-E2A1-4A6A-8936-818AFC543A16}"/>
    <dgm:cxn modelId="{1F416ED4-9E96-41D7-9F4E-6F1BA2F5CEEF}" type="presOf" srcId="{FCB0FEDA-06E7-4DA2-865A-F7283DCAEE30}" destId="{234C3FA2-3E88-4486-B1E0-6F424E9E1471}" srcOrd="0" destOrd="0" presId="urn:microsoft.com/office/officeart/2005/8/layout/list1"/>
    <dgm:cxn modelId="{DBC8CDDB-B12E-46F0-8A60-413E028AA721}" srcId="{A26FAB81-9357-4270-94D1-7EB6E216669B}" destId="{054237D9-7C53-48FA-BF86-0E021C1C2810}" srcOrd="2" destOrd="0" parTransId="{0F21C792-D984-4907-AED5-BAA93269B58B}" sibTransId="{D74BFD36-3C90-48A8-AAFA-62FF4B621320}"/>
    <dgm:cxn modelId="{6DAFABE2-66E5-4A4A-9449-F8951DFB54B9}" type="presOf" srcId="{31EF497C-8E1D-4976-A6FA-660A2B5E68A6}" destId="{208C97C0-A72D-4653-AA7B-E7301B1ED627}" srcOrd="0" destOrd="1" presId="urn:microsoft.com/office/officeart/2005/8/layout/list1"/>
    <dgm:cxn modelId="{7E760DF6-1923-4998-9527-2C4496FEB7F5}" type="presOf" srcId="{DD58E405-D4B1-4C13-A447-9880AEBA2BA7}" destId="{5C7AE19A-F307-45A3-85B4-2065F2DA1BBF}" srcOrd="0" destOrd="0" presId="urn:microsoft.com/office/officeart/2005/8/layout/list1"/>
    <dgm:cxn modelId="{4CE2E04D-4790-45A7-8174-B43F5ED1C5FD}" type="presParOf" srcId="{06DC3BC2-C920-4D37-AF43-7F041D6C2443}" destId="{C72CDDD2-09EB-48BC-A189-6E57CB32FBC9}" srcOrd="0" destOrd="0" presId="urn:microsoft.com/office/officeart/2005/8/layout/list1"/>
    <dgm:cxn modelId="{7165DFBC-E383-4CC6-99DD-34D9F60DA1D0}" type="presParOf" srcId="{C72CDDD2-09EB-48BC-A189-6E57CB32FBC9}" destId="{5FB884CC-8D47-4CBD-A897-31B929FBD6BD}" srcOrd="0" destOrd="0" presId="urn:microsoft.com/office/officeart/2005/8/layout/list1"/>
    <dgm:cxn modelId="{FEC01243-F24D-46F4-953D-2DD7DDA79E6B}" type="presParOf" srcId="{C72CDDD2-09EB-48BC-A189-6E57CB32FBC9}" destId="{FA03E09D-CA60-4B52-82C5-EE91EACDE3B3}" srcOrd="1" destOrd="0" presId="urn:microsoft.com/office/officeart/2005/8/layout/list1"/>
    <dgm:cxn modelId="{35EA5260-DAA6-42C1-9B58-1ACCACEA7CCF}" type="presParOf" srcId="{06DC3BC2-C920-4D37-AF43-7F041D6C2443}" destId="{4A91D8BC-5BF4-4645-BD0D-F1E258E4AC9B}" srcOrd="1" destOrd="0" presId="urn:microsoft.com/office/officeart/2005/8/layout/list1"/>
    <dgm:cxn modelId="{B5EEBC16-9237-4386-B223-4BF3B4EDB9A4}" type="presParOf" srcId="{06DC3BC2-C920-4D37-AF43-7F041D6C2443}" destId="{210C614E-F43B-4D4A-9446-7AD6AA049E43}" srcOrd="2" destOrd="0" presId="urn:microsoft.com/office/officeart/2005/8/layout/list1"/>
    <dgm:cxn modelId="{9BF4DC26-EF0F-4B4D-801C-BBDB24CA3B5E}" type="presParOf" srcId="{06DC3BC2-C920-4D37-AF43-7F041D6C2443}" destId="{E1089ABD-477D-4802-834D-403E26E8436D}" srcOrd="3" destOrd="0" presId="urn:microsoft.com/office/officeart/2005/8/layout/list1"/>
    <dgm:cxn modelId="{C08FC992-C5B2-4D60-9231-DF98614191DE}" type="presParOf" srcId="{06DC3BC2-C920-4D37-AF43-7F041D6C2443}" destId="{700E1CBE-F027-4340-A599-5C2138545802}" srcOrd="4" destOrd="0" presId="urn:microsoft.com/office/officeart/2005/8/layout/list1"/>
    <dgm:cxn modelId="{D1E7E6D7-FA0F-40BE-ABBF-4A3D923D4FF5}" type="presParOf" srcId="{700E1CBE-F027-4340-A599-5C2138545802}" destId="{FE4731BE-8363-468F-A060-162BB10A0E64}" srcOrd="0" destOrd="0" presId="urn:microsoft.com/office/officeart/2005/8/layout/list1"/>
    <dgm:cxn modelId="{37BB040F-7527-4C76-A86F-CA69EFD45E27}" type="presParOf" srcId="{700E1CBE-F027-4340-A599-5C2138545802}" destId="{8EE78288-B707-418F-8C6A-474C86732B7E}" srcOrd="1" destOrd="0" presId="urn:microsoft.com/office/officeart/2005/8/layout/list1"/>
    <dgm:cxn modelId="{EFDA1B7D-C5FC-46D4-AE91-65E4467002EE}" type="presParOf" srcId="{06DC3BC2-C920-4D37-AF43-7F041D6C2443}" destId="{5A1053E8-B670-49D4-9A26-3BC7A569C872}" srcOrd="5" destOrd="0" presId="urn:microsoft.com/office/officeart/2005/8/layout/list1"/>
    <dgm:cxn modelId="{AD94AC5C-F44F-4281-B9F7-1025A48F6BE7}" type="presParOf" srcId="{06DC3BC2-C920-4D37-AF43-7F041D6C2443}" destId="{208C97C0-A72D-4653-AA7B-E7301B1ED627}" srcOrd="6" destOrd="0" presId="urn:microsoft.com/office/officeart/2005/8/layout/list1"/>
    <dgm:cxn modelId="{DC5FA710-272D-4E01-A5C9-2F95CC32C54A}" type="presParOf" srcId="{06DC3BC2-C920-4D37-AF43-7F041D6C2443}" destId="{E67A32A9-0A58-44D6-9987-BDAFCBE9878D}" srcOrd="7" destOrd="0" presId="urn:microsoft.com/office/officeart/2005/8/layout/list1"/>
    <dgm:cxn modelId="{2BD81B42-C5B8-4E03-B435-1FB821547BC1}" type="presParOf" srcId="{06DC3BC2-C920-4D37-AF43-7F041D6C2443}" destId="{160CF921-D95D-407F-8DBF-46B550A02C25}" srcOrd="8" destOrd="0" presId="urn:microsoft.com/office/officeart/2005/8/layout/list1"/>
    <dgm:cxn modelId="{8F34FC57-DAFB-4603-A2C0-2B7007A60F00}" type="presParOf" srcId="{160CF921-D95D-407F-8DBF-46B550A02C25}" destId="{5C7AE19A-F307-45A3-85B4-2065F2DA1BBF}" srcOrd="0" destOrd="0" presId="urn:microsoft.com/office/officeart/2005/8/layout/list1"/>
    <dgm:cxn modelId="{6BB79E50-C492-403E-A96B-4A8A26AD15CC}" type="presParOf" srcId="{160CF921-D95D-407F-8DBF-46B550A02C25}" destId="{BB9CC716-9541-4044-A883-7296B1977842}" srcOrd="1" destOrd="0" presId="urn:microsoft.com/office/officeart/2005/8/layout/list1"/>
    <dgm:cxn modelId="{37353E4D-78E0-4A40-8018-FF1CEE0C6365}" type="presParOf" srcId="{06DC3BC2-C920-4D37-AF43-7F041D6C2443}" destId="{B75A10CB-2652-4581-952B-ACD795DB4019}" srcOrd="9" destOrd="0" presId="urn:microsoft.com/office/officeart/2005/8/layout/list1"/>
    <dgm:cxn modelId="{02DF5B7E-4005-45CF-A8A9-2E98163B5581}" type="presParOf" srcId="{06DC3BC2-C920-4D37-AF43-7F041D6C2443}" destId="{234C3FA2-3E88-4486-B1E0-6F424E9E1471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C355A7E-9A5A-42FB-9C77-4EBD6A921D5E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33CC9C2-6362-47A3-BC3E-5FDF3FB955DB}">
      <dgm:prSet/>
      <dgm:spPr/>
      <dgm:t>
        <a:bodyPr/>
        <a:lstStyle/>
        <a:p>
          <a:pPr>
            <a:defRPr b="1"/>
          </a:pPr>
          <a:r>
            <a:rPr lang="en-US"/>
            <a:t>Planned Functional Requirements</a:t>
          </a:r>
        </a:p>
      </dgm:t>
    </dgm:pt>
    <dgm:pt modelId="{F74B9481-B550-466F-BBA2-90E6672C2188}" type="parTrans" cxnId="{5EAC988C-B1CB-4419-85FC-4631DA256B84}">
      <dgm:prSet/>
      <dgm:spPr/>
      <dgm:t>
        <a:bodyPr/>
        <a:lstStyle/>
        <a:p>
          <a:endParaRPr lang="en-US"/>
        </a:p>
      </dgm:t>
    </dgm:pt>
    <dgm:pt modelId="{88DF8A44-0C9C-4237-943B-4B0030EF0E78}" type="sibTrans" cxnId="{5EAC988C-B1CB-4419-85FC-4631DA256B84}">
      <dgm:prSet/>
      <dgm:spPr/>
      <dgm:t>
        <a:bodyPr/>
        <a:lstStyle/>
        <a:p>
          <a:endParaRPr lang="en-US"/>
        </a:p>
      </dgm:t>
    </dgm:pt>
    <dgm:pt modelId="{DE9C231F-9C6A-43A3-9A70-326F8C7171D2}">
      <dgm:prSet/>
      <dgm:spPr/>
      <dgm:t>
        <a:bodyPr/>
        <a:lstStyle/>
        <a:p>
          <a:r>
            <a:rPr lang="en-US"/>
            <a:t>Continue sign-in system implementation, including magstripe reader integration</a:t>
          </a:r>
        </a:p>
      </dgm:t>
    </dgm:pt>
    <dgm:pt modelId="{636433A8-210A-4BBF-9280-EDA9ADC6D402}" type="parTrans" cxnId="{E5AEC7EF-F7AC-4793-A337-99C1EE350D21}">
      <dgm:prSet/>
      <dgm:spPr/>
      <dgm:t>
        <a:bodyPr/>
        <a:lstStyle/>
        <a:p>
          <a:endParaRPr lang="en-US"/>
        </a:p>
      </dgm:t>
    </dgm:pt>
    <dgm:pt modelId="{21ABCE22-340A-426C-8569-A5CC69FDF43B}" type="sibTrans" cxnId="{E5AEC7EF-F7AC-4793-A337-99C1EE350D21}">
      <dgm:prSet/>
      <dgm:spPr/>
      <dgm:t>
        <a:bodyPr/>
        <a:lstStyle/>
        <a:p>
          <a:endParaRPr lang="en-US"/>
        </a:p>
      </dgm:t>
    </dgm:pt>
    <dgm:pt modelId="{EA1DAFD8-6A9E-4160-AF87-0965DB0B99AA}">
      <dgm:prSet/>
      <dgm:spPr/>
      <dgm:t>
        <a:bodyPr/>
        <a:lstStyle/>
        <a:p>
          <a:r>
            <a:rPr lang="en-US"/>
            <a:t>Improve inventory management by storing both stock-in and stock-out</a:t>
          </a:r>
        </a:p>
      </dgm:t>
    </dgm:pt>
    <dgm:pt modelId="{3AEAEE99-2C3A-4901-B6D7-2EB0D727FC64}" type="parTrans" cxnId="{D0F116B1-5066-46E6-A3A2-27EE6B05BF23}">
      <dgm:prSet/>
      <dgm:spPr/>
      <dgm:t>
        <a:bodyPr/>
        <a:lstStyle/>
        <a:p>
          <a:endParaRPr lang="en-US"/>
        </a:p>
      </dgm:t>
    </dgm:pt>
    <dgm:pt modelId="{E6565093-CB56-4F9C-897A-A09F3D7DC6D2}" type="sibTrans" cxnId="{D0F116B1-5066-46E6-A3A2-27EE6B05BF23}">
      <dgm:prSet/>
      <dgm:spPr/>
      <dgm:t>
        <a:bodyPr/>
        <a:lstStyle/>
        <a:p>
          <a:endParaRPr lang="en-US"/>
        </a:p>
      </dgm:t>
    </dgm:pt>
    <dgm:pt modelId="{5A96DE4F-A460-46CB-B399-C316B6C6B457}">
      <dgm:prSet/>
      <dgm:spPr/>
      <dgm:t>
        <a:bodyPr/>
        <a:lstStyle/>
        <a:p>
          <a:r>
            <a:rPr lang="en-US"/>
            <a:t>Begin implementation of volunteer hour tracking</a:t>
          </a:r>
        </a:p>
      </dgm:t>
    </dgm:pt>
    <dgm:pt modelId="{15F48E8F-4B5E-48EB-AF28-3ADDBEA7C44D}" type="parTrans" cxnId="{2B907122-D182-4B13-B5FE-487A3DCBDE44}">
      <dgm:prSet/>
      <dgm:spPr/>
      <dgm:t>
        <a:bodyPr/>
        <a:lstStyle/>
        <a:p>
          <a:endParaRPr lang="en-US"/>
        </a:p>
      </dgm:t>
    </dgm:pt>
    <dgm:pt modelId="{763BDE0C-35B7-4049-A659-2DDA32E5B0E9}" type="sibTrans" cxnId="{2B907122-D182-4B13-B5FE-487A3DCBDE44}">
      <dgm:prSet/>
      <dgm:spPr/>
      <dgm:t>
        <a:bodyPr/>
        <a:lstStyle/>
        <a:p>
          <a:endParaRPr lang="en-US"/>
        </a:p>
      </dgm:t>
    </dgm:pt>
    <dgm:pt modelId="{C211E43D-972C-4885-AC4E-49F6ADDDCFED}">
      <dgm:prSet/>
      <dgm:spPr/>
      <dgm:t>
        <a:bodyPr/>
        <a:lstStyle/>
        <a:p>
          <a:r>
            <a:rPr lang="en-US"/>
            <a:t>Begin implementation of report generation</a:t>
          </a:r>
        </a:p>
      </dgm:t>
    </dgm:pt>
    <dgm:pt modelId="{2D02AC28-4F73-40FD-85AA-BDE49D983FA6}" type="parTrans" cxnId="{0C60968B-5736-4541-9DB7-C29EE4A3C153}">
      <dgm:prSet/>
      <dgm:spPr/>
      <dgm:t>
        <a:bodyPr/>
        <a:lstStyle/>
        <a:p>
          <a:endParaRPr lang="en-US"/>
        </a:p>
      </dgm:t>
    </dgm:pt>
    <dgm:pt modelId="{EE5F9067-4728-45B2-8F6E-C1C5C25B8E3C}" type="sibTrans" cxnId="{0C60968B-5736-4541-9DB7-C29EE4A3C153}">
      <dgm:prSet/>
      <dgm:spPr/>
      <dgm:t>
        <a:bodyPr/>
        <a:lstStyle/>
        <a:p>
          <a:endParaRPr lang="en-US"/>
        </a:p>
      </dgm:t>
    </dgm:pt>
    <dgm:pt modelId="{3B75D363-23C1-418C-9332-45E78F9DBDA9}">
      <dgm:prSet/>
      <dgm:spPr/>
      <dgm:t>
        <a:bodyPr/>
        <a:lstStyle/>
        <a:p>
          <a:pPr>
            <a:defRPr b="1"/>
          </a:pPr>
          <a:r>
            <a:rPr lang="en-US"/>
            <a:t>Planned Non-Functional Requirements</a:t>
          </a:r>
        </a:p>
      </dgm:t>
    </dgm:pt>
    <dgm:pt modelId="{052DD068-C12C-47C4-BA5C-5CF39586DBAC}" type="parTrans" cxnId="{18B0879A-55F6-4185-96B2-71F1D420CB17}">
      <dgm:prSet/>
      <dgm:spPr/>
      <dgm:t>
        <a:bodyPr/>
        <a:lstStyle/>
        <a:p>
          <a:endParaRPr lang="en-US"/>
        </a:p>
      </dgm:t>
    </dgm:pt>
    <dgm:pt modelId="{A976C5CE-184C-4005-8BD3-42293F6D983D}" type="sibTrans" cxnId="{18B0879A-55F6-4185-96B2-71F1D420CB17}">
      <dgm:prSet/>
      <dgm:spPr/>
      <dgm:t>
        <a:bodyPr/>
        <a:lstStyle/>
        <a:p>
          <a:endParaRPr lang="en-US"/>
        </a:p>
      </dgm:t>
    </dgm:pt>
    <dgm:pt modelId="{35BA2087-F284-496D-9522-11E9939E8F57}">
      <dgm:prSet/>
      <dgm:spPr/>
      <dgm:t>
        <a:bodyPr/>
        <a:lstStyle/>
        <a:p>
          <a:r>
            <a:rPr lang="en-US"/>
            <a:t>Maintain current performance, accuracy, and security</a:t>
          </a:r>
        </a:p>
      </dgm:t>
    </dgm:pt>
    <dgm:pt modelId="{B8D2E621-D58C-435B-872A-284A8A640C4B}" type="parTrans" cxnId="{2AC09649-84C5-4A26-9246-97240C45942B}">
      <dgm:prSet/>
      <dgm:spPr/>
      <dgm:t>
        <a:bodyPr/>
        <a:lstStyle/>
        <a:p>
          <a:endParaRPr lang="en-US"/>
        </a:p>
      </dgm:t>
    </dgm:pt>
    <dgm:pt modelId="{6FACB190-1A90-44C6-B887-8444BDCDC135}" type="sibTrans" cxnId="{2AC09649-84C5-4A26-9246-97240C45942B}">
      <dgm:prSet/>
      <dgm:spPr/>
      <dgm:t>
        <a:bodyPr/>
        <a:lstStyle/>
        <a:p>
          <a:endParaRPr lang="en-US"/>
        </a:p>
      </dgm:t>
    </dgm:pt>
    <dgm:pt modelId="{923B05A4-CD69-4D84-A79C-700A6292966F}">
      <dgm:prSet/>
      <dgm:spPr/>
      <dgm:t>
        <a:bodyPr/>
        <a:lstStyle/>
        <a:p>
          <a:r>
            <a:rPr lang="en-US"/>
            <a:t>Begin UI design and learnability to adhere to accessibility standards and intuitiveness</a:t>
          </a:r>
        </a:p>
      </dgm:t>
    </dgm:pt>
    <dgm:pt modelId="{ED809EE9-9E15-4958-9101-E12010C2C573}" type="parTrans" cxnId="{C1D247EA-B483-437D-8F81-65CBB92C5993}">
      <dgm:prSet/>
      <dgm:spPr/>
      <dgm:t>
        <a:bodyPr/>
        <a:lstStyle/>
        <a:p>
          <a:endParaRPr lang="en-US"/>
        </a:p>
      </dgm:t>
    </dgm:pt>
    <dgm:pt modelId="{249B33FB-4AC2-4796-9F2C-F2E306D062CE}" type="sibTrans" cxnId="{C1D247EA-B483-437D-8F81-65CBB92C5993}">
      <dgm:prSet/>
      <dgm:spPr/>
      <dgm:t>
        <a:bodyPr/>
        <a:lstStyle/>
        <a:p>
          <a:endParaRPr lang="en-US"/>
        </a:p>
      </dgm:t>
    </dgm:pt>
    <dgm:pt modelId="{044B6831-1EEB-4588-B030-E8A86CE05927}">
      <dgm:prSet/>
      <dgm:spPr/>
      <dgm:t>
        <a:bodyPr/>
        <a:lstStyle/>
        <a:p>
          <a:pPr>
            <a:defRPr b="1"/>
          </a:pPr>
          <a:r>
            <a:rPr lang="en-US"/>
            <a:t>Timeline</a:t>
          </a:r>
        </a:p>
      </dgm:t>
    </dgm:pt>
    <dgm:pt modelId="{750D5C6E-24EA-4BA0-90E1-1D6FF318A721}" type="parTrans" cxnId="{C55906D3-77D0-435F-B17C-FB7C5D7BE06E}">
      <dgm:prSet/>
      <dgm:spPr/>
      <dgm:t>
        <a:bodyPr/>
        <a:lstStyle/>
        <a:p>
          <a:endParaRPr lang="en-US"/>
        </a:p>
      </dgm:t>
    </dgm:pt>
    <dgm:pt modelId="{63B9ED8E-6EBF-4EC5-9CBC-560300D4917B}" type="sibTrans" cxnId="{C55906D3-77D0-435F-B17C-FB7C5D7BE06E}">
      <dgm:prSet/>
      <dgm:spPr/>
      <dgm:t>
        <a:bodyPr/>
        <a:lstStyle/>
        <a:p>
          <a:endParaRPr lang="en-US"/>
        </a:p>
      </dgm:t>
    </dgm:pt>
    <dgm:pt modelId="{4DF0F873-EA95-4D16-B240-64E0C9B2B659}">
      <dgm:prSet/>
      <dgm:spPr/>
      <dgm:t>
        <a:bodyPr/>
        <a:lstStyle/>
        <a:p>
          <a:r>
            <a:rPr lang="en-US"/>
            <a:t>Complete magstripe reader integration, stock-out storage, and UI improvements</a:t>
          </a:r>
        </a:p>
      </dgm:t>
    </dgm:pt>
    <dgm:pt modelId="{E011493F-5FB7-43CD-8491-D9F774AD1604}" type="parTrans" cxnId="{F52F8E92-715A-43D4-B970-3EA009849A69}">
      <dgm:prSet/>
      <dgm:spPr/>
      <dgm:t>
        <a:bodyPr/>
        <a:lstStyle/>
        <a:p>
          <a:endParaRPr lang="en-US"/>
        </a:p>
      </dgm:t>
    </dgm:pt>
    <dgm:pt modelId="{10B7D13C-5257-4AD8-895D-07D0414DFC00}" type="sibTrans" cxnId="{F52F8E92-715A-43D4-B970-3EA009849A69}">
      <dgm:prSet/>
      <dgm:spPr/>
      <dgm:t>
        <a:bodyPr/>
        <a:lstStyle/>
        <a:p>
          <a:endParaRPr lang="en-US"/>
        </a:p>
      </dgm:t>
    </dgm:pt>
    <dgm:pt modelId="{2F6F2280-9D18-4DBE-9F05-01EFF89CE8AB}">
      <dgm:prSet/>
      <dgm:spPr/>
      <dgm:t>
        <a:bodyPr/>
        <a:lstStyle/>
        <a:p>
          <a:r>
            <a:rPr lang="en-US"/>
            <a:t>Volunteer hour tracking and improvements in other features according to client feedback</a:t>
          </a:r>
        </a:p>
      </dgm:t>
    </dgm:pt>
    <dgm:pt modelId="{25DF80A7-C17C-430A-90F0-EB9A9092411F}" type="parTrans" cxnId="{68863DFB-3206-4CB3-8329-0D9514E6FCF2}">
      <dgm:prSet/>
      <dgm:spPr/>
      <dgm:t>
        <a:bodyPr/>
        <a:lstStyle/>
        <a:p>
          <a:endParaRPr lang="en-US"/>
        </a:p>
      </dgm:t>
    </dgm:pt>
    <dgm:pt modelId="{AB4F2894-D0E3-4681-85E8-56B60B5CA52C}" type="sibTrans" cxnId="{68863DFB-3206-4CB3-8329-0D9514E6FCF2}">
      <dgm:prSet/>
      <dgm:spPr/>
      <dgm:t>
        <a:bodyPr/>
        <a:lstStyle/>
        <a:p>
          <a:endParaRPr lang="en-US"/>
        </a:p>
      </dgm:t>
    </dgm:pt>
    <dgm:pt modelId="{69C28142-5467-4573-ABA8-ACBDF81D3B2B}">
      <dgm:prSet/>
      <dgm:spPr/>
      <dgm:t>
        <a:bodyPr/>
        <a:lstStyle/>
        <a:p>
          <a:r>
            <a:rPr lang="en-US"/>
            <a:t>Report generation, final touches, and verification with clients </a:t>
          </a:r>
        </a:p>
      </dgm:t>
    </dgm:pt>
    <dgm:pt modelId="{8488E080-5AB2-4A8F-8AD5-109C239F3979}" type="parTrans" cxnId="{6008B573-C889-4B13-8BBE-4B86F009706C}">
      <dgm:prSet/>
      <dgm:spPr/>
      <dgm:t>
        <a:bodyPr/>
        <a:lstStyle/>
        <a:p>
          <a:endParaRPr lang="en-US"/>
        </a:p>
      </dgm:t>
    </dgm:pt>
    <dgm:pt modelId="{A813A6E3-3AF7-48C5-9D98-475FF7F2A2B0}" type="sibTrans" cxnId="{6008B573-C889-4B13-8BBE-4B86F009706C}">
      <dgm:prSet/>
      <dgm:spPr/>
      <dgm:t>
        <a:bodyPr/>
        <a:lstStyle/>
        <a:p>
          <a:endParaRPr lang="en-US"/>
        </a:p>
      </dgm:t>
    </dgm:pt>
    <dgm:pt modelId="{E3DF0B04-34B6-4A52-8154-25F2A6FFB3B5}">
      <dgm:prSet/>
      <dgm:spPr/>
      <dgm:t>
        <a:bodyPr/>
        <a:lstStyle/>
        <a:p>
          <a:pPr>
            <a:defRPr b="1"/>
          </a:pPr>
          <a:r>
            <a:rPr lang="en-US"/>
            <a:t>Final Deliverables</a:t>
          </a:r>
        </a:p>
      </dgm:t>
    </dgm:pt>
    <dgm:pt modelId="{AAFAC875-1DF8-470E-893F-A65AB9BD1A62}" type="parTrans" cxnId="{1AF9E206-41BB-4E75-8758-4E107D090D0E}">
      <dgm:prSet/>
      <dgm:spPr/>
      <dgm:t>
        <a:bodyPr/>
        <a:lstStyle/>
        <a:p>
          <a:endParaRPr lang="en-US"/>
        </a:p>
      </dgm:t>
    </dgm:pt>
    <dgm:pt modelId="{FFC7ACDB-C887-4904-A3A1-9E695F2E8DA6}" type="sibTrans" cxnId="{1AF9E206-41BB-4E75-8758-4E107D090D0E}">
      <dgm:prSet/>
      <dgm:spPr/>
      <dgm:t>
        <a:bodyPr/>
        <a:lstStyle/>
        <a:p>
          <a:endParaRPr lang="en-US"/>
        </a:p>
      </dgm:t>
    </dgm:pt>
    <dgm:pt modelId="{12D4C588-976F-49F3-B328-9D7BB3BF7370}">
      <dgm:prSet/>
      <dgm:spPr/>
      <dgm:t>
        <a:bodyPr/>
        <a:lstStyle/>
        <a:p>
          <a:r>
            <a:rPr lang="en-US"/>
            <a:t>Completed application with requirements met satisfactorily </a:t>
          </a:r>
        </a:p>
      </dgm:t>
    </dgm:pt>
    <dgm:pt modelId="{AF10D361-04CF-40B1-97BB-4A2369681EEA}" type="parTrans" cxnId="{AB2D00ED-800C-4EDF-8C67-2F155AE2D2F8}">
      <dgm:prSet/>
      <dgm:spPr/>
      <dgm:t>
        <a:bodyPr/>
        <a:lstStyle/>
        <a:p>
          <a:endParaRPr lang="en-US"/>
        </a:p>
      </dgm:t>
    </dgm:pt>
    <dgm:pt modelId="{7D803969-DA63-46AE-A69D-2D75A808DA3D}" type="sibTrans" cxnId="{AB2D00ED-800C-4EDF-8C67-2F155AE2D2F8}">
      <dgm:prSet/>
      <dgm:spPr/>
      <dgm:t>
        <a:bodyPr/>
        <a:lstStyle/>
        <a:p>
          <a:endParaRPr lang="en-US"/>
        </a:p>
      </dgm:t>
    </dgm:pt>
    <dgm:pt modelId="{1D1C90DD-55EF-4FA7-A6B9-F73E7DD5A8D2}">
      <dgm:prSet/>
      <dgm:spPr/>
      <dgm:t>
        <a:bodyPr/>
        <a:lstStyle/>
        <a:p>
          <a:r>
            <a:rPr lang="en-US"/>
            <a:t>Application will be set up on pantry’s terminal for operation</a:t>
          </a:r>
        </a:p>
      </dgm:t>
    </dgm:pt>
    <dgm:pt modelId="{A04A8D43-8622-4B5A-8381-EB3F6064A1DC}" type="parTrans" cxnId="{EDB57E3B-A817-4DC4-9486-D01F768175A9}">
      <dgm:prSet/>
      <dgm:spPr/>
      <dgm:t>
        <a:bodyPr/>
        <a:lstStyle/>
        <a:p>
          <a:endParaRPr lang="en-US"/>
        </a:p>
      </dgm:t>
    </dgm:pt>
    <dgm:pt modelId="{BEB4B937-C659-4CA2-AB76-9F30C5518FC9}" type="sibTrans" cxnId="{EDB57E3B-A817-4DC4-9486-D01F768175A9}">
      <dgm:prSet/>
      <dgm:spPr/>
      <dgm:t>
        <a:bodyPr/>
        <a:lstStyle/>
        <a:p>
          <a:endParaRPr lang="en-US"/>
        </a:p>
      </dgm:t>
    </dgm:pt>
    <dgm:pt modelId="{1AC64924-FB6B-406D-8990-A7D2DCD0DFD7}">
      <dgm:prSet/>
      <dgm:spPr/>
      <dgm:t>
        <a:bodyPr/>
        <a:lstStyle/>
        <a:p>
          <a:r>
            <a:rPr lang="en-US"/>
            <a:t>Thorough documentation for any future work that may be needed</a:t>
          </a:r>
        </a:p>
      </dgm:t>
    </dgm:pt>
    <dgm:pt modelId="{86DDE6F4-768A-4166-B683-CD92472A52C8}" type="parTrans" cxnId="{20F5F380-32B0-4B7D-83BA-8BF8D59CA979}">
      <dgm:prSet/>
      <dgm:spPr/>
      <dgm:t>
        <a:bodyPr/>
        <a:lstStyle/>
        <a:p>
          <a:endParaRPr lang="en-US"/>
        </a:p>
      </dgm:t>
    </dgm:pt>
    <dgm:pt modelId="{FB664305-1414-4FC4-9485-6768DA49B2D9}" type="sibTrans" cxnId="{20F5F380-32B0-4B7D-83BA-8BF8D59CA979}">
      <dgm:prSet/>
      <dgm:spPr/>
      <dgm:t>
        <a:bodyPr/>
        <a:lstStyle/>
        <a:p>
          <a:endParaRPr lang="en-US"/>
        </a:p>
      </dgm:t>
    </dgm:pt>
    <dgm:pt modelId="{A4E414E7-E1B8-4BB1-B60C-F450418BD75A}" type="pres">
      <dgm:prSet presAssocID="{8C355A7E-9A5A-42FB-9C77-4EBD6A921D5E}" presName="root" presStyleCnt="0">
        <dgm:presLayoutVars>
          <dgm:dir/>
          <dgm:resizeHandles val="exact"/>
        </dgm:presLayoutVars>
      </dgm:prSet>
      <dgm:spPr/>
    </dgm:pt>
    <dgm:pt modelId="{6F269818-B9B4-4FE1-A30D-F4DB89459B03}" type="pres">
      <dgm:prSet presAssocID="{833CC9C2-6362-47A3-BC3E-5FDF3FB955DB}" presName="compNode" presStyleCnt="0"/>
      <dgm:spPr/>
    </dgm:pt>
    <dgm:pt modelId="{D116E652-4A89-47DD-8A42-102551E1F587}" type="pres">
      <dgm:prSet presAssocID="{833CC9C2-6362-47A3-BC3E-5FDF3FB955D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st with solid fill"/>
        </a:ext>
      </dgm:extLst>
    </dgm:pt>
    <dgm:pt modelId="{7D43DAE0-6939-47D1-81AC-3DFA51CF6ADF}" type="pres">
      <dgm:prSet presAssocID="{833CC9C2-6362-47A3-BC3E-5FDF3FB955DB}" presName="iconSpace" presStyleCnt="0"/>
      <dgm:spPr/>
    </dgm:pt>
    <dgm:pt modelId="{BB23A544-EF56-4434-9A0D-7865077A4106}" type="pres">
      <dgm:prSet presAssocID="{833CC9C2-6362-47A3-BC3E-5FDF3FB955DB}" presName="parTx" presStyleLbl="revTx" presStyleIdx="0" presStyleCnt="8">
        <dgm:presLayoutVars>
          <dgm:chMax val="0"/>
          <dgm:chPref val="0"/>
        </dgm:presLayoutVars>
      </dgm:prSet>
      <dgm:spPr/>
    </dgm:pt>
    <dgm:pt modelId="{909B15E5-56F0-4780-9697-EE89933B8324}" type="pres">
      <dgm:prSet presAssocID="{833CC9C2-6362-47A3-BC3E-5FDF3FB955DB}" presName="txSpace" presStyleCnt="0"/>
      <dgm:spPr/>
    </dgm:pt>
    <dgm:pt modelId="{A5246992-7692-4652-99D0-A5867BB24B5B}" type="pres">
      <dgm:prSet presAssocID="{833CC9C2-6362-47A3-BC3E-5FDF3FB955DB}" presName="desTx" presStyleLbl="revTx" presStyleIdx="1" presStyleCnt="8">
        <dgm:presLayoutVars/>
      </dgm:prSet>
      <dgm:spPr/>
    </dgm:pt>
    <dgm:pt modelId="{4DE53793-1B78-4428-B564-0C4B47CFA3E9}" type="pres">
      <dgm:prSet presAssocID="{88DF8A44-0C9C-4237-943B-4B0030EF0E78}" presName="sibTrans" presStyleCnt="0"/>
      <dgm:spPr/>
    </dgm:pt>
    <dgm:pt modelId="{A8C13B4B-8E74-47E6-8EE6-4A6D54CF2477}" type="pres">
      <dgm:prSet presAssocID="{3B75D363-23C1-418C-9332-45E78F9DBDA9}" presName="compNode" presStyleCnt="0"/>
      <dgm:spPr/>
    </dgm:pt>
    <dgm:pt modelId="{500BE052-EDBD-4706-A97A-DB84141B6D96}" type="pres">
      <dgm:prSet presAssocID="{3B75D363-23C1-418C-9332-45E78F9DBDA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 with solid fill"/>
        </a:ext>
      </dgm:extLst>
    </dgm:pt>
    <dgm:pt modelId="{82CB9D1F-085B-49CE-A3D2-0F003C2A02F4}" type="pres">
      <dgm:prSet presAssocID="{3B75D363-23C1-418C-9332-45E78F9DBDA9}" presName="iconSpace" presStyleCnt="0"/>
      <dgm:spPr/>
    </dgm:pt>
    <dgm:pt modelId="{884697E3-89CA-41E2-B18F-260308D98DC1}" type="pres">
      <dgm:prSet presAssocID="{3B75D363-23C1-418C-9332-45E78F9DBDA9}" presName="parTx" presStyleLbl="revTx" presStyleIdx="2" presStyleCnt="8">
        <dgm:presLayoutVars>
          <dgm:chMax val="0"/>
          <dgm:chPref val="0"/>
        </dgm:presLayoutVars>
      </dgm:prSet>
      <dgm:spPr/>
    </dgm:pt>
    <dgm:pt modelId="{B9E97D6A-F93F-4E14-9EDB-8D859FAB6BFC}" type="pres">
      <dgm:prSet presAssocID="{3B75D363-23C1-418C-9332-45E78F9DBDA9}" presName="txSpace" presStyleCnt="0"/>
      <dgm:spPr/>
    </dgm:pt>
    <dgm:pt modelId="{AF87B775-A89C-46CF-A12C-7DC77C41BFD8}" type="pres">
      <dgm:prSet presAssocID="{3B75D363-23C1-418C-9332-45E78F9DBDA9}" presName="desTx" presStyleLbl="revTx" presStyleIdx="3" presStyleCnt="8">
        <dgm:presLayoutVars/>
      </dgm:prSet>
      <dgm:spPr/>
    </dgm:pt>
    <dgm:pt modelId="{F147E5D1-7CAF-42AC-B2A1-602924752952}" type="pres">
      <dgm:prSet presAssocID="{A976C5CE-184C-4005-8BD3-42293F6D983D}" presName="sibTrans" presStyleCnt="0"/>
      <dgm:spPr/>
    </dgm:pt>
    <dgm:pt modelId="{72C4BB13-5093-4500-9480-1394C214D454}" type="pres">
      <dgm:prSet presAssocID="{044B6831-1EEB-4588-B030-E8A86CE05927}" presName="compNode" presStyleCnt="0"/>
      <dgm:spPr/>
    </dgm:pt>
    <dgm:pt modelId="{C5E316B5-4DD6-4929-BBDD-1ADB1A1D6DD3}" type="pres">
      <dgm:prSet presAssocID="{044B6831-1EEB-4588-B030-E8A86CE0592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ily calendar with solid fill"/>
        </a:ext>
      </dgm:extLst>
    </dgm:pt>
    <dgm:pt modelId="{0E938B36-F133-4005-B4EC-703C86A7DC7E}" type="pres">
      <dgm:prSet presAssocID="{044B6831-1EEB-4588-B030-E8A86CE05927}" presName="iconSpace" presStyleCnt="0"/>
      <dgm:spPr/>
    </dgm:pt>
    <dgm:pt modelId="{E1827888-A0B1-4ED0-AE7E-BA29D82B9731}" type="pres">
      <dgm:prSet presAssocID="{044B6831-1EEB-4588-B030-E8A86CE05927}" presName="parTx" presStyleLbl="revTx" presStyleIdx="4" presStyleCnt="8">
        <dgm:presLayoutVars>
          <dgm:chMax val="0"/>
          <dgm:chPref val="0"/>
        </dgm:presLayoutVars>
      </dgm:prSet>
      <dgm:spPr/>
    </dgm:pt>
    <dgm:pt modelId="{F4F27E24-2CBD-4A52-9931-CC39C9C913FF}" type="pres">
      <dgm:prSet presAssocID="{044B6831-1EEB-4588-B030-E8A86CE05927}" presName="txSpace" presStyleCnt="0"/>
      <dgm:spPr/>
    </dgm:pt>
    <dgm:pt modelId="{05A24ECA-64B3-406A-A570-3ECB2CEB124F}" type="pres">
      <dgm:prSet presAssocID="{044B6831-1EEB-4588-B030-E8A86CE05927}" presName="desTx" presStyleLbl="revTx" presStyleIdx="5" presStyleCnt="8">
        <dgm:presLayoutVars/>
      </dgm:prSet>
      <dgm:spPr/>
    </dgm:pt>
    <dgm:pt modelId="{1313893B-57E1-4D5C-B728-1B0FBFB087EA}" type="pres">
      <dgm:prSet presAssocID="{63B9ED8E-6EBF-4EC5-9CBC-560300D4917B}" presName="sibTrans" presStyleCnt="0"/>
      <dgm:spPr/>
    </dgm:pt>
    <dgm:pt modelId="{56573A77-11F9-492A-8F6C-341C999E20D1}" type="pres">
      <dgm:prSet presAssocID="{E3DF0B04-34B6-4A52-8154-25F2A6FFB3B5}" presName="compNode" presStyleCnt="0"/>
      <dgm:spPr/>
    </dgm:pt>
    <dgm:pt modelId="{5E83F2F4-E96E-452C-ADAC-0691B7BEF6C3}" type="pres">
      <dgm:prSet presAssocID="{E3DF0B04-34B6-4A52-8154-25F2A6FFB3B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nbox Check with solid fill"/>
        </a:ext>
      </dgm:extLst>
    </dgm:pt>
    <dgm:pt modelId="{82152846-BFF9-4DD3-A01B-A483783C45F4}" type="pres">
      <dgm:prSet presAssocID="{E3DF0B04-34B6-4A52-8154-25F2A6FFB3B5}" presName="iconSpace" presStyleCnt="0"/>
      <dgm:spPr/>
    </dgm:pt>
    <dgm:pt modelId="{CA76A33D-1B41-4AFE-AF99-6A641902B253}" type="pres">
      <dgm:prSet presAssocID="{E3DF0B04-34B6-4A52-8154-25F2A6FFB3B5}" presName="parTx" presStyleLbl="revTx" presStyleIdx="6" presStyleCnt="8">
        <dgm:presLayoutVars>
          <dgm:chMax val="0"/>
          <dgm:chPref val="0"/>
        </dgm:presLayoutVars>
      </dgm:prSet>
      <dgm:spPr/>
    </dgm:pt>
    <dgm:pt modelId="{F1C972EA-B5C8-419B-B90D-E8A537AEAA47}" type="pres">
      <dgm:prSet presAssocID="{E3DF0B04-34B6-4A52-8154-25F2A6FFB3B5}" presName="txSpace" presStyleCnt="0"/>
      <dgm:spPr/>
    </dgm:pt>
    <dgm:pt modelId="{E7D2CD03-8342-47A4-8201-D1CCE18C3191}" type="pres">
      <dgm:prSet presAssocID="{E3DF0B04-34B6-4A52-8154-25F2A6FFB3B5}" presName="desTx" presStyleLbl="revTx" presStyleIdx="7" presStyleCnt="8">
        <dgm:presLayoutVars/>
      </dgm:prSet>
      <dgm:spPr/>
    </dgm:pt>
  </dgm:ptLst>
  <dgm:cxnLst>
    <dgm:cxn modelId="{BEAA8800-B6D6-4B11-B8A2-8C5C4065CD9F}" type="presOf" srcId="{3B75D363-23C1-418C-9332-45E78F9DBDA9}" destId="{884697E3-89CA-41E2-B18F-260308D98DC1}" srcOrd="0" destOrd="0" presId="urn:microsoft.com/office/officeart/2018/5/layout/CenteredIconLabelDescriptionList"/>
    <dgm:cxn modelId="{85D36801-56A0-4848-A58C-E1D48F2ECE36}" type="presOf" srcId="{044B6831-1EEB-4588-B030-E8A86CE05927}" destId="{E1827888-A0B1-4ED0-AE7E-BA29D82B9731}" srcOrd="0" destOrd="0" presId="urn:microsoft.com/office/officeart/2018/5/layout/CenteredIconLabelDescriptionList"/>
    <dgm:cxn modelId="{1AF9E206-41BB-4E75-8758-4E107D090D0E}" srcId="{8C355A7E-9A5A-42FB-9C77-4EBD6A921D5E}" destId="{E3DF0B04-34B6-4A52-8154-25F2A6FFB3B5}" srcOrd="3" destOrd="0" parTransId="{AAFAC875-1DF8-470E-893F-A65AB9BD1A62}" sibTransId="{FFC7ACDB-C887-4904-A3A1-9E695F2E8DA6}"/>
    <dgm:cxn modelId="{EF37AE13-60B0-4FC6-9050-188512480762}" type="presOf" srcId="{DE9C231F-9C6A-43A3-9A70-326F8C7171D2}" destId="{A5246992-7692-4652-99D0-A5867BB24B5B}" srcOrd="0" destOrd="0" presId="urn:microsoft.com/office/officeart/2018/5/layout/CenteredIconLabelDescriptionList"/>
    <dgm:cxn modelId="{9704B917-AF10-4629-9EA2-946C7612DA1B}" type="presOf" srcId="{35BA2087-F284-496D-9522-11E9939E8F57}" destId="{AF87B775-A89C-46CF-A12C-7DC77C41BFD8}" srcOrd="0" destOrd="0" presId="urn:microsoft.com/office/officeart/2018/5/layout/CenteredIconLabelDescriptionList"/>
    <dgm:cxn modelId="{582F911B-FF78-472E-9675-C49CF8834145}" type="presOf" srcId="{4DF0F873-EA95-4D16-B240-64E0C9B2B659}" destId="{05A24ECA-64B3-406A-A570-3ECB2CEB124F}" srcOrd="0" destOrd="0" presId="urn:microsoft.com/office/officeart/2018/5/layout/CenteredIconLabelDescriptionList"/>
    <dgm:cxn modelId="{2B907122-D182-4B13-B5FE-487A3DCBDE44}" srcId="{833CC9C2-6362-47A3-BC3E-5FDF3FB955DB}" destId="{5A96DE4F-A460-46CB-B399-C316B6C6B457}" srcOrd="2" destOrd="0" parTransId="{15F48E8F-4B5E-48EB-AF28-3ADDBEA7C44D}" sibTransId="{763BDE0C-35B7-4049-A659-2DDA32E5B0E9}"/>
    <dgm:cxn modelId="{EDB57E3B-A817-4DC4-9486-D01F768175A9}" srcId="{E3DF0B04-34B6-4A52-8154-25F2A6FFB3B5}" destId="{1D1C90DD-55EF-4FA7-A6B9-F73E7DD5A8D2}" srcOrd="1" destOrd="0" parTransId="{A04A8D43-8622-4B5A-8381-EB3F6064A1DC}" sibTransId="{BEB4B937-C659-4CA2-AB76-9F30C5518FC9}"/>
    <dgm:cxn modelId="{A2D8143D-0978-4C2F-A6F4-62F7951D3EFB}" type="presOf" srcId="{2F6F2280-9D18-4DBE-9F05-01EFF89CE8AB}" destId="{05A24ECA-64B3-406A-A570-3ECB2CEB124F}" srcOrd="0" destOrd="1" presId="urn:microsoft.com/office/officeart/2018/5/layout/CenteredIconLabelDescriptionList"/>
    <dgm:cxn modelId="{1E959A43-0015-48F2-8837-D84A4A392728}" type="presOf" srcId="{1AC64924-FB6B-406D-8990-A7D2DCD0DFD7}" destId="{E7D2CD03-8342-47A4-8201-D1CCE18C3191}" srcOrd="0" destOrd="2" presId="urn:microsoft.com/office/officeart/2018/5/layout/CenteredIconLabelDescriptionList"/>
    <dgm:cxn modelId="{2AC09649-84C5-4A26-9246-97240C45942B}" srcId="{3B75D363-23C1-418C-9332-45E78F9DBDA9}" destId="{35BA2087-F284-496D-9522-11E9939E8F57}" srcOrd="0" destOrd="0" parTransId="{B8D2E621-D58C-435B-872A-284A8A640C4B}" sibTransId="{6FACB190-1A90-44C6-B887-8444BDCDC135}"/>
    <dgm:cxn modelId="{6008B573-C889-4B13-8BBE-4B86F009706C}" srcId="{044B6831-1EEB-4588-B030-E8A86CE05927}" destId="{69C28142-5467-4573-ABA8-ACBDF81D3B2B}" srcOrd="2" destOrd="0" parTransId="{8488E080-5AB2-4A8F-8AD5-109C239F3979}" sibTransId="{A813A6E3-3AF7-48C5-9D98-475FF7F2A2B0}"/>
    <dgm:cxn modelId="{62FFB657-DE48-486C-AC73-4FDBD26D61F3}" type="presOf" srcId="{1D1C90DD-55EF-4FA7-A6B9-F73E7DD5A8D2}" destId="{E7D2CD03-8342-47A4-8201-D1CCE18C3191}" srcOrd="0" destOrd="1" presId="urn:microsoft.com/office/officeart/2018/5/layout/CenteredIconLabelDescriptionList"/>
    <dgm:cxn modelId="{E1F17578-87BA-404B-B076-4288C9035EA3}" type="presOf" srcId="{12D4C588-976F-49F3-B328-9D7BB3BF7370}" destId="{E7D2CD03-8342-47A4-8201-D1CCE18C3191}" srcOrd="0" destOrd="0" presId="urn:microsoft.com/office/officeart/2018/5/layout/CenteredIconLabelDescriptionList"/>
    <dgm:cxn modelId="{6A57297C-BFEF-4487-9B5A-EBF8014AA5D0}" type="presOf" srcId="{EA1DAFD8-6A9E-4160-AF87-0965DB0B99AA}" destId="{A5246992-7692-4652-99D0-A5867BB24B5B}" srcOrd="0" destOrd="1" presId="urn:microsoft.com/office/officeart/2018/5/layout/CenteredIconLabelDescriptionList"/>
    <dgm:cxn modelId="{20F5F380-32B0-4B7D-83BA-8BF8D59CA979}" srcId="{E3DF0B04-34B6-4A52-8154-25F2A6FFB3B5}" destId="{1AC64924-FB6B-406D-8990-A7D2DCD0DFD7}" srcOrd="2" destOrd="0" parTransId="{86DDE6F4-768A-4166-B683-CD92472A52C8}" sibTransId="{FB664305-1414-4FC4-9485-6768DA49B2D9}"/>
    <dgm:cxn modelId="{F0329A85-43FE-4128-8DEF-3EA72E9769BA}" type="presOf" srcId="{923B05A4-CD69-4D84-A79C-700A6292966F}" destId="{AF87B775-A89C-46CF-A12C-7DC77C41BFD8}" srcOrd="0" destOrd="1" presId="urn:microsoft.com/office/officeart/2018/5/layout/CenteredIconLabelDescriptionList"/>
    <dgm:cxn modelId="{0C60968B-5736-4541-9DB7-C29EE4A3C153}" srcId="{833CC9C2-6362-47A3-BC3E-5FDF3FB955DB}" destId="{C211E43D-972C-4885-AC4E-49F6ADDDCFED}" srcOrd="3" destOrd="0" parTransId="{2D02AC28-4F73-40FD-85AA-BDE49D983FA6}" sibTransId="{EE5F9067-4728-45B2-8F6E-C1C5C25B8E3C}"/>
    <dgm:cxn modelId="{5EAC988C-B1CB-4419-85FC-4631DA256B84}" srcId="{8C355A7E-9A5A-42FB-9C77-4EBD6A921D5E}" destId="{833CC9C2-6362-47A3-BC3E-5FDF3FB955DB}" srcOrd="0" destOrd="0" parTransId="{F74B9481-B550-466F-BBA2-90E6672C2188}" sibTransId="{88DF8A44-0C9C-4237-943B-4B0030EF0E78}"/>
    <dgm:cxn modelId="{E262228D-29BD-4F3E-9EEF-7BA0621F976B}" type="presOf" srcId="{C211E43D-972C-4885-AC4E-49F6ADDDCFED}" destId="{A5246992-7692-4652-99D0-A5867BB24B5B}" srcOrd="0" destOrd="3" presId="urn:microsoft.com/office/officeart/2018/5/layout/CenteredIconLabelDescriptionList"/>
    <dgm:cxn modelId="{F52F8E92-715A-43D4-B970-3EA009849A69}" srcId="{044B6831-1EEB-4588-B030-E8A86CE05927}" destId="{4DF0F873-EA95-4D16-B240-64E0C9B2B659}" srcOrd="0" destOrd="0" parTransId="{E011493F-5FB7-43CD-8491-D9F774AD1604}" sibTransId="{10B7D13C-5257-4AD8-895D-07D0414DFC00}"/>
    <dgm:cxn modelId="{2ACB6793-3BBB-4486-82C9-8160D3E3B66E}" type="presOf" srcId="{5A96DE4F-A460-46CB-B399-C316B6C6B457}" destId="{A5246992-7692-4652-99D0-A5867BB24B5B}" srcOrd="0" destOrd="2" presId="urn:microsoft.com/office/officeart/2018/5/layout/CenteredIconLabelDescriptionList"/>
    <dgm:cxn modelId="{18B0879A-55F6-4185-96B2-71F1D420CB17}" srcId="{8C355A7E-9A5A-42FB-9C77-4EBD6A921D5E}" destId="{3B75D363-23C1-418C-9332-45E78F9DBDA9}" srcOrd="1" destOrd="0" parTransId="{052DD068-C12C-47C4-BA5C-5CF39586DBAC}" sibTransId="{A976C5CE-184C-4005-8BD3-42293F6D983D}"/>
    <dgm:cxn modelId="{CBD8C19D-9019-4A3E-A1DC-8DC436777C6D}" type="presOf" srcId="{833CC9C2-6362-47A3-BC3E-5FDF3FB955DB}" destId="{BB23A544-EF56-4434-9A0D-7865077A4106}" srcOrd="0" destOrd="0" presId="urn:microsoft.com/office/officeart/2018/5/layout/CenteredIconLabelDescriptionList"/>
    <dgm:cxn modelId="{D0F116B1-5066-46E6-A3A2-27EE6B05BF23}" srcId="{833CC9C2-6362-47A3-BC3E-5FDF3FB955DB}" destId="{EA1DAFD8-6A9E-4160-AF87-0965DB0B99AA}" srcOrd="1" destOrd="0" parTransId="{3AEAEE99-2C3A-4901-B6D7-2EB0D727FC64}" sibTransId="{E6565093-CB56-4F9C-897A-A09F3D7DC6D2}"/>
    <dgm:cxn modelId="{D7AA90B7-B258-40A6-B86A-2782696CD2F9}" type="presOf" srcId="{69C28142-5467-4573-ABA8-ACBDF81D3B2B}" destId="{05A24ECA-64B3-406A-A570-3ECB2CEB124F}" srcOrd="0" destOrd="2" presId="urn:microsoft.com/office/officeart/2018/5/layout/CenteredIconLabelDescriptionList"/>
    <dgm:cxn modelId="{38DC52BF-593F-44AD-8B27-8FB0FF488C8F}" type="presOf" srcId="{E3DF0B04-34B6-4A52-8154-25F2A6FFB3B5}" destId="{CA76A33D-1B41-4AFE-AF99-6A641902B253}" srcOrd="0" destOrd="0" presId="urn:microsoft.com/office/officeart/2018/5/layout/CenteredIconLabelDescriptionList"/>
    <dgm:cxn modelId="{C55906D3-77D0-435F-B17C-FB7C5D7BE06E}" srcId="{8C355A7E-9A5A-42FB-9C77-4EBD6A921D5E}" destId="{044B6831-1EEB-4588-B030-E8A86CE05927}" srcOrd="2" destOrd="0" parTransId="{750D5C6E-24EA-4BA0-90E1-1D6FF318A721}" sibTransId="{63B9ED8E-6EBF-4EC5-9CBC-560300D4917B}"/>
    <dgm:cxn modelId="{2927E3D5-F3F5-4166-A13A-69316432139E}" type="presOf" srcId="{8C355A7E-9A5A-42FB-9C77-4EBD6A921D5E}" destId="{A4E414E7-E1B8-4BB1-B60C-F450418BD75A}" srcOrd="0" destOrd="0" presId="urn:microsoft.com/office/officeart/2018/5/layout/CenteredIconLabelDescriptionList"/>
    <dgm:cxn modelId="{C1D247EA-B483-437D-8F81-65CBB92C5993}" srcId="{3B75D363-23C1-418C-9332-45E78F9DBDA9}" destId="{923B05A4-CD69-4D84-A79C-700A6292966F}" srcOrd="1" destOrd="0" parTransId="{ED809EE9-9E15-4958-9101-E12010C2C573}" sibTransId="{249B33FB-4AC2-4796-9F2C-F2E306D062CE}"/>
    <dgm:cxn modelId="{AB2D00ED-800C-4EDF-8C67-2F155AE2D2F8}" srcId="{E3DF0B04-34B6-4A52-8154-25F2A6FFB3B5}" destId="{12D4C588-976F-49F3-B328-9D7BB3BF7370}" srcOrd="0" destOrd="0" parTransId="{AF10D361-04CF-40B1-97BB-4A2369681EEA}" sibTransId="{7D803969-DA63-46AE-A69D-2D75A808DA3D}"/>
    <dgm:cxn modelId="{E5AEC7EF-F7AC-4793-A337-99C1EE350D21}" srcId="{833CC9C2-6362-47A3-BC3E-5FDF3FB955DB}" destId="{DE9C231F-9C6A-43A3-9A70-326F8C7171D2}" srcOrd="0" destOrd="0" parTransId="{636433A8-210A-4BBF-9280-EDA9ADC6D402}" sibTransId="{21ABCE22-340A-426C-8569-A5CC69FDF43B}"/>
    <dgm:cxn modelId="{68863DFB-3206-4CB3-8329-0D9514E6FCF2}" srcId="{044B6831-1EEB-4588-B030-E8A86CE05927}" destId="{2F6F2280-9D18-4DBE-9F05-01EFF89CE8AB}" srcOrd="1" destOrd="0" parTransId="{25DF80A7-C17C-430A-90F0-EB9A9092411F}" sibTransId="{AB4F2894-D0E3-4681-85E8-56B60B5CA52C}"/>
    <dgm:cxn modelId="{F64679FE-6C24-4CC9-B497-199C61512984}" type="presParOf" srcId="{A4E414E7-E1B8-4BB1-B60C-F450418BD75A}" destId="{6F269818-B9B4-4FE1-A30D-F4DB89459B03}" srcOrd="0" destOrd="0" presId="urn:microsoft.com/office/officeart/2018/5/layout/CenteredIconLabelDescriptionList"/>
    <dgm:cxn modelId="{66E193A3-5069-4BBC-A510-7A000952F09B}" type="presParOf" srcId="{6F269818-B9B4-4FE1-A30D-F4DB89459B03}" destId="{D116E652-4A89-47DD-8A42-102551E1F587}" srcOrd="0" destOrd="0" presId="urn:microsoft.com/office/officeart/2018/5/layout/CenteredIconLabelDescriptionList"/>
    <dgm:cxn modelId="{9EA40ECD-7A64-455F-BD0A-4C8531ADF171}" type="presParOf" srcId="{6F269818-B9B4-4FE1-A30D-F4DB89459B03}" destId="{7D43DAE0-6939-47D1-81AC-3DFA51CF6ADF}" srcOrd="1" destOrd="0" presId="urn:microsoft.com/office/officeart/2018/5/layout/CenteredIconLabelDescriptionList"/>
    <dgm:cxn modelId="{8611958D-930B-46E6-B114-16E3870580C7}" type="presParOf" srcId="{6F269818-B9B4-4FE1-A30D-F4DB89459B03}" destId="{BB23A544-EF56-4434-9A0D-7865077A4106}" srcOrd="2" destOrd="0" presId="urn:microsoft.com/office/officeart/2018/5/layout/CenteredIconLabelDescriptionList"/>
    <dgm:cxn modelId="{4943004C-F8CD-43DD-9D2A-405B8B6851F5}" type="presParOf" srcId="{6F269818-B9B4-4FE1-A30D-F4DB89459B03}" destId="{909B15E5-56F0-4780-9697-EE89933B8324}" srcOrd="3" destOrd="0" presId="urn:microsoft.com/office/officeart/2018/5/layout/CenteredIconLabelDescriptionList"/>
    <dgm:cxn modelId="{D0CB35EB-ED11-4BE8-B6E1-899B0C12CAB9}" type="presParOf" srcId="{6F269818-B9B4-4FE1-A30D-F4DB89459B03}" destId="{A5246992-7692-4652-99D0-A5867BB24B5B}" srcOrd="4" destOrd="0" presId="urn:microsoft.com/office/officeart/2018/5/layout/CenteredIconLabelDescriptionList"/>
    <dgm:cxn modelId="{91B503E9-3F5B-43AF-AE01-3F14D257B342}" type="presParOf" srcId="{A4E414E7-E1B8-4BB1-B60C-F450418BD75A}" destId="{4DE53793-1B78-4428-B564-0C4B47CFA3E9}" srcOrd="1" destOrd="0" presId="urn:microsoft.com/office/officeart/2018/5/layout/CenteredIconLabelDescriptionList"/>
    <dgm:cxn modelId="{FBD78A91-76BD-42BF-8EEE-25B840C667A2}" type="presParOf" srcId="{A4E414E7-E1B8-4BB1-B60C-F450418BD75A}" destId="{A8C13B4B-8E74-47E6-8EE6-4A6D54CF2477}" srcOrd="2" destOrd="0" presId="urn:microsoft.com/office/officeart/2018/5/layout/CenteredIconLabelDescriptionList"/>
    <dgm:cxn modelId="{ADE6DB27-09AD-434E-987F-2381E42BA164}" type="presParOf" srcId="{A8C13B4B-8E74-47E6-8EE6-4A6D54CF2477}" destId="{500BE052-EDBD-4706-A97A-DB84141B6D96}" srcOrd="0" destOrd="0" presId="urn:microsoft.com/office/officeart/2018/5/layout/CenteredIconLabelDescriptionList"/>
    <dgm:cxn modelId="{5E485B3B-AC13-4FE6-95E6-4C26A206558A}" type="presParOf" srcId="{A8C13B4B-8E74-47E6-8EE6-4A6D54CF2477}" destId="{82CB9D1F-085B-49CE-A3D2-0F003C2A02F4}" srcOrd="1" destOrd="0" presId="urn:microsoft.com/office/officeart/2018/5/layout/CenteredIconLabelDescriptionList"/>
    <dgm:cxn modelId="{66CD153A-6C4E-4993-94FD-019AEC3E31D8}" type="presParOf" srcId="{A8C13B4B-8E74-47E6-8EE6-4A6D54CF2477}" destId="{884697E3-89CA-41E2-B18F-260308D98DC1}" srcOrd="2" destOrd="0" presId="urn:microsoft.com/office/officeart/2018/5/layout/CenteredIconLabelDescriptionList"/>
    <dgm:cxn modelId="{A9B3909B-91B0-434A-81CE-6C461AB2DA61}" type="presParOf" srcId="{A8C13B4B-8E74-47E6-8EE6-4A6D54CF2477}" destId="{B9E97D6A-F93F-4E14-9EDB-8D859FAB6BFC}" srcOrd="3" destOrd="0" presId="urn:microsoft.com/office/officeart/2018/5/layout/CenteredIconLabelDescriptionList"/>
    <dgm:cxn modelId="{CC4AFC41-FBAC-404A-83A8-B64585B61F9A}" type="presParOf" srcId="{A8C13B4B-8E74-47E6-8EE6-4A6D54CF2477}" destId="{AF87B775-A89C-46CF-A12C-7DC77C41BFD8}" srcOrd="4" destOrd="0" presId="urn:microsoft.com/office/officeart/2018/5/layout/CenteredIconLabelDescriptionList"/>
    <dgm:cxn modelId="{C44CAD48-FB79-4E18-BE3B-6581596F6ECC}" type="presParOf" srcId="{A4E414E7-E1B8-4BB1-B60C-F450418BD75A}" destId="{F147E5D1-7CAF-42AC-B2A1-602924752952}" srcOrd="3" destOrd="0" presId="urn:microsoft.com/office/officeart/2018/5/layout/CenteredIconLabelDescriptionList"/>
    <dgm:cxn modelId="{27AC849E-0E04-4B07-81DB-C9E0BF78A57A}" type="presParOf" srcId="{A4E414E7-E1B8-4BB1-B60C-F450418BD75A}" destId="{72C4BB13-5093-4500-9480-1394C214D454}" srcOrd="4" destOrd="0" presId="urn:microsoft.com/office/officeart/2018/5/layout/CenteredIconLabelDescriptionList"/>
    <dgm:cxn modelId="{33592011-030F-4B19-895A-1C6AEE65E39A}" type="presParOf" srcId="{72C4BB13-5093-4500-9480-1394C214D454}" destId="{C5E316B5-4DD6-4929-BBDD-1ADB1A1D6DD3}" srcOrd="0" destOrd="0" presId="urn:microsoft.com/office/officeart/2018/5/layout/CenteredIconLabelDescriptionList"/>
    <dgm:cxn modelId="{1012F759-CFBB-4575-B24B-E88BB21FA66F}" type="presParOf" srcId="{72C4BB13-5093-4500-9480-1394C214D454}" destId="{0E938B36-F133-4005-B4EC-703C86A7DC7E}" srcOrd="1" destOrd="0" presId="urn:microsoft.com/office/officeart/2018/5/layout/CenteredIconLabelDescriptionList"/>
    <dgm:cxn modelId="{1ADA9FFB-84DB-4FDB-9F9D-844AE0CD5D6C}" type="presParOf" srcId="{72C4BB13-5093-4500-9480-1394C214D454}" destId="{E1827888-A0B1-4ED0-AE7E-BA29D82B9731}" srcOrd="2" destOrd="0" presId="urn:microsoft.com/office/officeart/2018/5/layout/CenteredIconLabelDescriptionList"/>
    <dgm:cxn modelId="{F07C17E7-429C-4391-A23E-F321578AB588}" type="presParOf" srcId="{72C4BB13-5093-4500-9480-1394C214D454}" destId="{F4F27E24-2CBD-4A52-9931-CC39C9C913FF}" srcOrd="3" destOrd="0" presId="urn:microsoft.com/office/officeart/2018/5/layout/CenteredIconLabelDescriptionList"/>
    <dgm:cxn modelId="{703DB03F-4F57-4178-8B1A-95D3F87907D4}" type="presParOf" srcId="{72C4BB13-5093-4500-9480-1394C214D454}" destId="{05A24ECA-64B3-406A-A570-3ECB2CEB124F}" srcOrd="4" destOrd="0" presId="urn:microsoft.com/office/officeart/2018/5/layout/CenteredIconLabelDescriptionList"/>
    <dgm:cxn modelId="{D8FB145C-3D35-48AC-953D-886761B929A3}" type="presParOf" srcId="{A4E414E7-E1B8-4BB1-B60C-F450418BD75A}" destId="{1313893B-57E1-4D5C-B728-1B0FBFB087EA}" srcOrd="5" destOrd="0" presId="urn:microsoft.com/office/officeart/2018/5/layout/CenteredIconLabelDescriptionList"/>
    <dgm:cxn modelId="{97437FEB-99CD-4233-8CA3-5586F8BADD69}" type="presParOf" srcId="{A4E414E7-E1B8-4BB1-B60C-F450418BD75A}" destId="{56573A77-11F9-492A-8F6C-341C999E20D1}" srcOrd="6" destOrd="0" presId="urn:microsoft.com/office/officeart/2018/5/layout/CenteredIconLabelDescriptionList"/>
    <dgm:cxn modelId="{FD792BB5-A5D1-4AB2-AD5B-9BA9CBB6A7E6}" type="presParOf" srcId="{56573A77-11F9-492A-8F6C-341C999E20D1}" destId="{5E83F2F4-E96E-452C-ADAC-0691B7BEF6C3}" srcOrd="0" destOrd="0" presId="urn:microsoft.com/office/officeart/2018/5/layout/CenteredIconLabelDescriptionList"/>
    <dgm:cxn modelId="{1F15D78D-C045-4B96-8C0A-9CB90949BC11}" type="presParOf" srcId="{56573A77-11F9-492A-8F6C-341C999E20D1}" destId="{82152846-BFF9-4DD3-A01B-A483783C45F4}" srcOrd="1" destOrd="0" presId="urn:microsoft.com/office/officeart/2018/5/layout/CenteredIconLabelDescriptionList"/>
    <dgm:cxn modelId="{D16BD020-3DDF-4DE1-A105-295FBBA68922}" type="presParOf" srcId="{56573A77-11F9-492A-8F6C-341C999E20D1}" destId="{CA76A33D-1B41-4AFE-AF99-6A641902B253}" srcOrd="2" destOrd="0" presId="urn:microsoft.com/office/officeart/2018/5/layout/CenteredIconLabelDescriptionList"/>
    <dgm:cxn modelId="{D3598358-C161-471B-9AD1-2D5ECA568104}" type="presParOf" srcId="{56573A77-11F9-492A-8F6C-341C999E20D1}" destId="{F1C972EA-B5C8-419B-B90D-E8A537AEAA47}" srcOrd="3" destOrd="0" presId="urn:microsoft.com/office/officeart/2018/5/layout/CenteredIconLabelDescriptionList"/>
    <dgm:cxn modelId="{5CC7E790-D31B-44C6-A0BB-608D181BEE1D}" type="presParOf" srcId="{56573A77-11F9-492A-8F6C-341C999E20D1}" destId="{E7D2CD03-8342-47A4-8201-D1CCE18C3191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A6D0F7-5C44-457D-8079-A199B8F3B7CB}">
      <dsp:nvSpPr>
        <dsp:cNvPr id="0" name=""/>
        <dsp:cNvSpPr/>
      </dsp:nvSpPr>
      <dsp:spPr>
        <a:xfrm>
          <a:off x="0" y="193625"/>
          <a:ext cx="6797675" cy="13923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7575" tIns="270764" rIns="527575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Create a web application with hardware integration for the Voiland Food Pantry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Magstripe reader and barcode scanner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Streamline food pantry operations</a:t>
          </a:r>
        </a:p>
        <a:p>
          <a:pPr marL="228600" lvl="2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Sign-in system, food inventory management, volunteer tracking</a:t>
          </a:r>
        </a:p>
      </dsp:txBody>
      <dsp:txXfrm>
        <a:off x="0" y="193625"/>
        <a:ext cx="6797675" cy="1392300"/>
      </dsp:txXfrm>
    </dsp:sp>
    <dsp:sp modelId="{0EE01FD1-F9A0-4100-8A85-EEE7B7D14352}">
      <dsp:nvSpPr>
        <dsp:cNvPr id="0" name=""/>
        <dsp:cNvSpPr/>
      </dsp:nvSpPr>
      <dsp:spPr>
        <a:xfrm>
          <a:off x="339883" y="1745"/>
          <a:ext cx="4758372" cy="3837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9855" tIns="0" rIns="179855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Objective</a:t>
          </a:r>
        </a:p>
      </dsp:txBody>
      <dsp:txXfrm>
        <a:off x="358617" y="20479"/>
        <a:ext cx="4720904" cy="346292"/>
      </dsp:txXfrm>
    </dsp:sp>
    <dsp:sp modelId="{4E902539-D8AD-4D78-98D2-DD9F102960E9}">
      <dsp:nvSpPr>
        <dsp:cNvPr id="0" name=""/>
        <dsp:cNvSpPr/>
      </dsp:nvSpPr>
      <dsp:spPr>
        <a:xfrm>
          <a:off x="0" y="1848006"/>
          <a:ext cx="6797675" cy="98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7575" tIns="270764" rIns="527575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Improve pantry’s sign-in system efficiency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Establish an organized method of food inventory management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Provide support for pantry volunteers</a:t>
          </a:r>
        </a:p>
      </dsp:txBody>
      <dsp:txXfrm>
        <a:off x="0" y="1848006"/>
        <a:ext cx="6797675" cy="982800"/>
      </dsp:txXfrm>
    </dsp:sp>
    <dsp:sp modelId="{46338074-957F-4052-83D3-29243009847E}">
      <dsp:nvSpPr>
        <dsp:cNvPr id="0" name=""/>
        <dsp:cNvSpPr/>
      </dsp:nvSpPr>
      <dsp:spPr>
        <a:xfrm>
          <a:off x="339883" y="1656125"/>
          <a:ext cx="4758372" cy="3837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9855" tIns="0" rIns="179855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Problem Statement</a:t>
          </a:r>
        </a:p>
      </dsp:txBody>
      <dsp:txXfrm>
        <a:off x="358617" y="1674859"/>
        <a:ext cx="4720904" cy="346292"/>
      </dsp:txXfrm>
    </dsp:sp>
    <dsp:sp modelId="{3110AA42-6AB0-411B-98B3-1DA64F70D871}">
      <dsp:nvSpPr>
        <dsp:cNvPr id="0" name=""/>
        <dsp:cNvSpPr/>
      </dsp:nvSpPr>
      <dsp:spPr>
        <a:xfrm>
          <a:off x="0" y="3092886"/>
          <a:ext cx="6797675" cy="11261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7575" tIns="270764" rIns="527575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Target audience is pantry clientele and staff, which includes volunteers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Create an intuitive system to handle facility tasks during hours of operation</a:t>
          </a:r>
        </a:p>
      </dsp:txBody>
      <dsp:txXfrm>
        <a:off x="0" y="3092886"/>
        <a:ext cx="6797675" cy="1126125"/>
      </dsp:txXfrm>
    </dsp:sp>
    <dsp:sp modelId="{462CBEFE-19F6-4CC3-8C7D-973AA8A1D839}">
      <dsp:nvSpPr>
        <dsp:cNvPr id="0" name=""/>
        <dsp:cNvSpPr/>
      </dsp:nvSpPr>
      <dsp:spPr>
        <a:xfrm>
          <a:off x="339883" y="2901006"/>
          <a:ext cx="4758372" cy="3837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9855" tIns="0" rIns="179855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Scope</a:t>
          </a:r>
        </a:p>
      </dsp:txBody>
      <dsp:txXfrm>
        <a:off x="358617" y="2919740"/>
        <a:ext cx="4720904" cy="346292"/>
      </dsp:txXfrm>
    </dsp:sp>
    <dsp:sp modelId="{F9010637-ACCE-4CCF-BCB4-AD4E243771BD}">
      <dsp:nvSpPr>
        <dsp:cNvPr id="0" name=""/>
        <dsp:cNvSpPr/>
      </dsp:nvSpPr>
      <dsp:spPr>
        <a:xfrm>
          <a:off x="0" y="4481091"/>
          <a:ext cx="6797675" cy="11670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7575" tIns="270764" rIns="527575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Hardware: Magstripe reader and barcode scanner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Front-end: WordPress for final product, Thymeleaf for local prototype of HTML pages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Back-end: Spring Boot and MySQL as the relational database</a:t>
          </a:r>
        </a:p>
      </dsp:txBody>
      <dsp:txXfrm>
        <a:off x="0" y="4481091"/>
        <a:ext cx="6797675" cy="1167075"/>
      </dsp:txXfrm>
    </dsp:sp>
    <dsp:sp modelId="{1644E79F-3317-44A4-A8CF-D65A3610291B}">
      <dsp:nvSpPr>
        <dsp:cNvPr id="0" name=""/>
        <dsp:cNvSpPr/>
      </dsp:nvSpPr>
      <dsp:spPr>
        <a:xfrm>
          <a:off x="339883" y="4289211"/>
          <a:ext cx="4758372" cy="3837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9855" tIns="0" rIns="179855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Technologies Used</a:t>
          </a:r>
        </a:p>
      </dsp:txBody>
      <dsp:txXfrm>
        <a:off x="358617" y="4307945"/>
        <a:ext cx="4720904" cy="34629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5CE4B0-6D2C-4F70-ADC6-B58BBD445E53}">
      <dsp:nvSpPr>
        <dsp:cNvPr id="0" name=""/>
        <dsp:cNvSpPr/>
      </dsp:nvSpPr>
      <dsp:spPr>
        <a:xfrm>
          <a:off x="0" y="388240"/>
          <a:ext cx="10058399" cy="171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0644" tIns="333248" rIns="780644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Functional: User registration and login, inventory management, and volunteer hour tracking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Related hardware integration and report generation for these requirements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Non-functional: Security, performance, uptime, accuracy, usability, learnability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Ensures streamlined performance for food pantry tasks</a:t>
          </a:r>
        </a:p>
      </dsp:txBody>
      <dsp:txXfrm>
        <a:off x="0" y="388240"/>
        <a:ext cx="10058399" cy="1713600"/>
      </dsp:txXfrm>
    </dsp:sp>
    <dsp:sp modelId="{A96778D7-C068-44BD-90C7-F4F086DF021E}">
      <dsp:nvSpPr>
        <dsp:cNvPr id="0" name=""/>
        <dsp:cNvSpPr/>
      </dsp:nvSpPr>
      <dsp:spPr>
        <a:xfrm>
          <a:off x="502920" y="152079"/>
          <a:ext cx="7040880" cy="4723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129" tIns="0" rIns="266129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Overall Requirements</a:t>
          </a:r>
        </a:p>
      </dsp:txBody>
      <dsp:txXfrm>
        <a:off x="525977" y="175136"/>
        <a:ext cx="6994766" cy="426206"/>
      </dsp:txXfrm>
    </dsp:sp>
    <dsp:sp modelId="{8D2A477B-A591-4B83-95B5-FF4F2D54ABD2}">
      <dsp:nvSpPr>
        <dsp:cNvPr id="0" name=""/>
        <dsp:cNvSpPr/>
      </dsp:nvSpPr>
      <dsp:spPr>
        <a:xfrm>
          <a:off x="0" y="2424400"/>
          <a:ext cx="10058399" cy="120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0644" tIns="333248" rIns="780644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Inventory management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User registration and login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Barcode scanner integration</a:t>
          </a:r>
        </a:p>
      </dsp:txBody>
      <dsp:txXfrm>
        <a:off x="0" y="2424400"/>
        <a:ext cx="10058399" cy="1209600"/>
      </dsp:txXfrm>
    </dsp:sp>
    <dsp:sp modelId="{09139543-DB23-4518-915A-F6AA20B18BE8}">
      <dsp:nvSpPr>
        <dsp:cNvPr id="0" name=""/>
        <dsp:cNvSpPr/>
      </dsp:nvSpPr>
      <dsp:spPr>
        <a:xfrm>
          <a:off x="502920" y="2188240"/>
          <a:ext cx="7040880" cy="4723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129" tIns="0" rIns="266129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Implemented Requirements</a:t>
          </a:r>
        </a:p>
      </dsp:txBody>
      <dsp:txXfrm>
        <a:off x="525977" y="2211297"/>
        <a:ext cx="6994766" cy="42620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147035-B1FB-478E-A53E-1189A40A6C38}">
      <dsp:nvSpPr>
        <dsp:cNvPr id="0" name=""/>
        <dsp:cNvSpPr/>
      </dsp:nvSpPr>
      <dsp:spPr>
        <a:xfrm>
          <a:off x="983787" y="198238"/>
          <a:ext cx="1048810" cy="104881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34FFC1-028F-4BA9-8D77-57F8FD63F033}">
      <dsp:nvSpPr>
        <dsp:cNvPr id="0" name=""/>
        <dsp:cNvSpPr/>
      </dsp:nvSpPr>
      <dsp:spPr>
        <a:xfrm>
          <a:off x="9891" y="1392801"/>
          <a:ext cx="2996602" cy="449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kern="1200"/>
            <a:t>Major Accomplishments</a:t>
          </a:r>
        </a:p>
      </dsp:txBody>
      <dsp:txXfrm>
        <a:off x="9891" y="1392801"/>
        <a:ext cx="2996602" cy="449490"/>
      </dsp:txXfrm>
    </dsp:sp>
    <dsp:sp modelId="{81B0678E-0F8C-40D2-B770-9CA8E52B381B}">
      <dsp:nvSpPr>
        <dsp:cNvPr id="0" name=""/>
        <dsp:cNvSpPr/>
      </dsp:nvSpPr>
      <dsp:spPr>
        <a:xfrm>
          <a:off x="9891" y="1910084"/>
          <a:ext cx="2996602" cy="16777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Continued implementation of sign-in features 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User roles now have separate login pages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Built upon and improved previous work in this area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Such as customer user recognition</a:t>
          </a:r>
        </a:p>
      </dsp:txBody>
      <dsp:txXfrm>
        <a:off x="9891" y="1910084"/>
        <a:ext cx="2996602" cy="1677757"/>
      </dsp:txXfrm>
    </dsp:sp>
    <dsp:sp modelId="{DC5B04CD-6655-4C08-9B2A-AEDAA3B7BAA9}">
      <dsp:nvSpPr>
        <dsp:cNvPr id="0" name=""/>
        <dsp:cNvSpPr/>
      </dsp:nvSpPr>
      <dsp:spPr>
        <a:xfrm>
          <a:off x="4504794" y="198238"/>
          <a:ext cx="1048810" cy="104881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0E17A1-3330-4089-8BD5-836F06299418}">
      <dsp:nvSpPr>
        <dsp:cNvPr id="0" name=""/>
        <dsp:cNvSpPr/>
      </dsp:nvSpPr>
      <dsp:spPr>
        <a:xfrm>
          <a:off x="3530898" y="1392801"/>
          <a:ext cx="2996602" cy="449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kern="1200"/>
            <a:t>Connection to Overall Vision</a:t>
          </a:r>
        </a:p>
      </dsp:txBody>
      <dsp:txXfrm>
        <a:off x="3530898" y="1392801"/>
        <a:ext cx="2996602" cy="449490"/>
      </dsp:txXfrm>
    </dsp:sp>
    <dsp:sp modelId="{A2F46785-2F18-4FC0-BA2F-4F910A56E79B}">
      <dsp:nvSpPr>
        <dsp:cNvPr id="0" name=""/>
        <dsp:cNvSpPr/>
      </dsp:nvSpPr>
      <dsp:spPr>
        <a:xfrm>
          <a:off x="3530898" y="1910084"/>
          <a:ext cx="2996602" cy="16777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The sign-in system is a major requirement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Which is also tied to other system components, such as inventory data and volunteer tracking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Creates basis for magstripe reader integration 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This feature will be next in line for implementation</a:t>
          </a:r>
        </a:p>
      </dsp:txBody>
      <dsp:txXfrm>
        <a:off x="3530898" y="1910084"/>
        <a:ext cx="2996602" cy="1677757"/>
      </dsp:txXfrm>
    </dsp:sp>
    <dsp:sp modelId="{3AD6C054-F4D6-4340-ABAC-53A8C424568D}">
      <dsp:nvSpPr>
        <dsp:cNvPr id="0" name=""/>
        <dsp:cNvSpPr/>
      </dsp:nvSpPr>
      <dsp:spPr>
        <a:xfrm>
          <a:off x="8025802" y="198238"/>
          <a:ext cx="1048810" cy="104881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01181F-433C-46F7-A063-63EC5A453FBC}">
      <dsp:nvSpPr>
        <dsp:cNvPr id="0" name=""/>
        <dsp:cNvSpPr/>
      </dsp:nvSpPr>
      <dsp:spPr>
        <a:xfrm>
          <a:off x="7051906" y="1392801"/>
          <a:ext cx="2996602" cy="449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kern="1200"/>
            <a:t>Sprint Retrospective</a:t>
          </a:r>
        </a:p>
      </dsp:txBody>
      <dsp:txXfrm>
        <a:off x="7051906" y="1392801"/>
        <a:ext cx="2996602" cy="449490"/>
      </dsp:txXfrm>
    </dsp:sp>
    <dsp:sp modelId="{397FF44A-E215-461B-9D65-7621BB722FA4}">
      <dsp:nvSpPr>
        <dsp:cNvPr id="0" name=""/>
        <dsp:cNvSpPr/>
      </dsp:nvSpPr>
      <dsp:spPr>
        <a:xfrm>
          <a:off x="7051906" y="1910084"/>
          <a:ext cx="2996602" cy="16777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Application is now closer to how the final product should operate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Faced challenges regarding scheduling and communication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However, solved internally via group discussions</a:t>
          </a:r>
        </a:p>
      </dsp:txBody>
      <dsp:txXfrm>
        <a:off x="7051906" y="1910084"/>
        <a:ext cx="2996602" cy="167775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2A237F-7DA5-4369-AD83-B551E63B6FE8}">
      <dsp:nvSpPr>
        <dsp:cNvPr id="0" name=""/>
        <dsp:cNvSpPr/>
      </dsp:nvSpPr>
      <dsp:spPr>
        <a:xfrm>
          <a:off x="0" y="689"/>
          <a:ext cx="6797675" cy="16138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23F7F8-5742-40D7-802E-E4E038B2BF5F}">
      <dsp:nvSpPr>
        <dsp:cNvPr id="0" name=""/>
        <dsp:cNvSpPr/>
      </dsp:nvSpPr>
      <dsp:spPr>
        <a:xfrm>
          <a:off x="488194" y="363809"/>
          <a:ext cx="887626" cy="8876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AA1614-69F5-465B-985D-264379231448}">
      <dsp:nvSpPr>
        <dsp:cNvPr id="0" name=""/>
        <dsp:cNvSpPr/>
      </dsp:nvSpPr>
      <dsp:spPr>
        <a:xfrm>
          <a:off x="1864015" y="689"/>
          <a:ext cx="4933659" cy="161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801" tIns="170801" rIns="170801" bIns="17080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Feature Overview</a:t>
          </a:r>
        </a:p>
      </dsp:txBody>
      <dsp:txXfrm>
        <a:off x="1864015" y="689"/>
        <a:ext cx="4933659" cy="1613866"/>
      </dsp:txXfrm>
    </dsp:sp>
    <dsp:sp modelId="{BE311716-39CA-4378-84D1-6BD2D070E4B4}">
      <dsp:nvSpPr>
        <dsp:cNvPr id="0" name=""/>
        <dsp:cNvSpPr/>
      </dsp:nvSpPr>
      <dsp:spPr>
        <a:xfrm>
          <a:off x="0" y="2018022"/>
          <a:ext cx="6797675" cy="16138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DD1C9F-B380-4E41-8796-224B9B16F755}">
      <dsp:nvSpPr>
        <dsp:cNvPr id="0" name=""/>
        <dsp:cNvSpPr/>
      </dsp:nvSpPr>
      <dsp:spPr>
        <a:xfrm>
          <a:off x="488194" y="2381142"/>
          <a:ext cx="887626" cy="8876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7104F7-071D-4F7B-A70A-0C29AC147E42}">
      <dsp:nvSpPr>
        <dsp:cNvPr id="0" name=""/>
        <dsp:cNvSpPr/>
      </dsp:nvSpPr>
      <dsp:spPr>
        <a:xfrm>
          <a:off x="1864015" y="2018022"/>
          <a:ext cx="4933659" cy="161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801" tIns="170801" rIns="170801" bIns="17080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Demonstration</a:t>
          </a:r>
        </a:p>
      </dsp:txBody>
      <dsp:txXfrm>
        <a:off x="1864015" y="2018022"/>
        <a:ext cx="4933659" cy="1613866"/>
      </dsp:txXfrm>
    </dsp:sp>
    <dsp:sp modelId="{FC71D5D4-8546-4538-8358-1A03F9DB2E9B}">
      <dsp:nvSpPr>
        <dsp:cNvPr id="0" name=""/>
        <dsp:cNvSpPr/>
      </dsp:nvSpPr>
      <dsp:spPr>
        <a:xfrm>
          <a:off x="0" y="4035355"/>
          <a:ext cx="6797675" cy="16138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B56AF7-9039-4C8A-A241-7E9D8EC7B83B}">
      <dsp:nvSpPr>
        <dsp:cNvPr id="0" name=""/>
        <dsp:cNvSpPr/>
      </dsp:nvSpPr>
      <dsp:spPr>
        <a:xfrm>
          <a:off x="488194" y="4398475"/>
          <a:ext cx="887626" cy="8876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513591-36D2-42FF-8E55-F016FF630FFD}">
      <dsp:nvSpPr>
        <dsp:cNvPr id="0" name=""/>
        <dsp:cNvSpPr/>
      </dsp:nvSpPr>
      <dsp:spPr>
        <a:xfrm>
          <a:off x="1864015" y="4035355"/>
          <a:ext cx="4933659" cy="161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801" tIns="170801" rIns="170801" bIns="17080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User Interaction </a:t>
          </a:r>
        </a:p>
      </dsp:txBody>
      <dsp:txXfrm>
        <a:off x="1864015" y="4035355"/>
        <a:ext cx="4933659" cy="161386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5D2CC3-2D0C-48F8-8E66-7C86B7117791}">
      <dsp:nvSpPr>
        <dsp:cNvPr id="0" name=""/>
        <dsp:cNvSpPr/>
      </dsp:nvSpPr>
      <dsp:spPr>
        <a:xfrm>
          <a:off x="3143" y="37599"/>
          <a:ext cx="3064668" cy="46080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Testing Methodologies</a:t>
          </a:r>
        </a:p>
      </dsp:txBody>
      <dsp:txXfrm>
        <a:off x="3143" y="37599"/>
        <a:ext cx="3064668" cy="460800"/>
      </dsp:txXfrm>
    </dsp:sp>
    <dsp:sp modelId="{CB813466-2B18-4DC6-B70E-FD03F7D487DA}">
      <dsp:nvSpPr>
        <dsp:cNvPr id="0" name=""/>
        <dsp:cNvSpPr/>
      </dsp:nvSpPr>
      <dsp:spPr>
        <a:xfrm>
          <a:off x="3143" y="498400"/>
          <a:ext cx="3064668" cy="3250080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Manual testing performed at three levels: unit testing, integration testing, then system testing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Narrows down the area where an error may occur for easier debugging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Methodology ensures that all components behave as expected in executing typical workflows </a:t>
          </a:r>
        </a:p>
      </dsp:txBody>
      <dsp:txXfrm>
        <a:off x="3143" y="498400"/>
        <a:ext cx="3064668" cy="3250080"/>
      </dsp:txXfrm>
    </dsp:sp>
    <dsp:sp modelId="{EB5F4668-D4D6-43F7-9280-B6E9098C1A80}">
      <dsp:nvSpPr>
        <dsp:cNvPr id="0" name=""/>
        <dsp:cNvSpPr/>
      </dsp:nvSpPr>
      <dsp:spPr>
        <a:xfrm>
          <a:off x="3496865" y="37599"/>
          <a:ext cx="3064668" cy="460800"/>
        </a:xfrm>
        <a:prstGeom prst="rect">
          <a:avLst/>
        </a:prstGeom>
        <a:solidFill>
          <a:schemeClr val="accent5">
            <a:hueOff val="4377"/>
            <a:satOff val="-108"/>
            <a:lumOff val="-3823"/>
            <a:alphaOff val="0"/>
          </a:schemeClr>
        </a:solidFill>
        <a:ln w="15875" cap="flat" cmpd="sng" algn="ctr">
          <a:solidFill>
            <a:schemeClr val="accent5">
              <a:hueOff val="4377"/>
              <a:satOff val="-108"/>
              <a:lumOff val="-382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Test Results</a:t>
          </a:r>
        </a:p>
      </dsp:txBody>
      <dsp:txXfrm>
        <a:off x="3496865" y="37599"/>
        <a:ext cx="3064668" cy="460800"/>
      </dsp:txXfrm>
    </dsp:sp>
    <dsp:sp modelId="{6E62C8D5-A95C-4040-9BF9-2262FD4CB209}">
      <dsp:nvSpPr>
        <dsp:cNvPr id="0" name=""/>
        <dsp:cNvSpPr/>
      </dsp:nvSpPr>
      <dsp:spPr>
        <a:xfrm>
          <a:off x="3496865" y="498400"/>
          <a:ext cx="3064668" cy="3250080"/>
        </a:xfrm>
        <a:prstGeom prst="rect">
          <a:avLst/>
        </a:prstGeom>
        <a:solidFill>
          <a:schemeClr val="accent5">
            <a:tint val="40000"/>
            <a:alpha val="90000"/>
            <a:hueOff val="-636"/>
            <a:satOff val="-9560"/>
            <a:lumOff val="-1061"/>
            <a:alphaOff val="0"/>
          </a:schemeClr>
        </a:solidFill>
        <a:ln w="15875" cap="flat" cmpd="sng" algn="ctr">
          <a:solidFill>
            <a:schemeClr val="accent5">
              <a:tint val="40000"/>
              <a:alpha val="90000"/>
              <a:hueOff val="-636"/>
              <a:satOff val="-9560"/>
              <a:lumOff val="-106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No significant outcomes observed at the moment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Testing has gone smoothly on all three levels</a:t>
          </a:r>
        </a:p>
      </dsp:txBody>
      <dsp:txXfrm>
        <a:off x="3496865" y="498400"/>
        <a:ext cx="3064668" cy="3250080"/>
      </dsp:txXfrm>
    </dsp:sp>
    <dsp:sp modelId="{D2084A93-61C2-4B55-B2E5-2DF6C7FC0ECE}">
      <dsp:nvSpPr>
        <dsp:cNvPr id="0" name=""/>
        <dsp:cNvSpPr/>
      </dsp:nvSpPr>
      <dsp:spPr>
        <a:xfrm>
          <a:off x="6990588" y="37599"/>
          <a:ext cx="3064668" cy="460800"/>
        </a:xfrm>
        <a:prstGeom prst="rect">
          <a:avLst/>
        </a:prstGeom>
        <a:solidFill>
          <a:schemeClr val="accent5">
            <a:hueOff val="8754"/>
            <a:satOff val="-216"/>
            <a:lumOff val="-7646"/>
            <a:alphaOff val="0"/>
          </a:schemeClr>
        </a:solidFill>
        <a:ln w="15875" cap="flat" cmpd="sng" algn="ctr">
          <a:solidFill>
            <a:schemeClr val="accent5">
              <a:hueOff val="8754"/>
              <a:satOff val="-216"/>
              <a:lumOff val="-764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Challenges</a:t>
          </a:r>
        </a:p>
      </dsp:txBody>
      <dsp:txXfrm>
        <a:off x="6990588" y="37599"/>
        <a:ext cx="3064668" cy="460800"/>
      </dsp:txXfrm>
    </dsp:sp>
    <dsp:sp modelId="{71D59706-B6F2-4693-A0B6-05D38D9C7A47}">
      <dsp:nvSpPr>
        <dsp:cNvPr id="0" name=""/>
        <dsp:cNvSpPr/>
      </dsp:nvSpPr>
      <dsp:spPr>
        <a:xfrm>
          <a:off x="6990588" y="498400"/>
          <a:ext cx="3064668" cy="3250080"/>
        </a:xfrm>
        <a:prstGeom prst="rect">
          <a:avLst/>
        </a:prstGeom>
        <a:solidFill>
          <a:schemeClr val="accent5">
            <a:tint val="40000"/>
            <a:alpha val="90000"/>
            <a:hueOff val="-1273"/>
            <a:satOff val="-19119"/>
            <a:lumOff val="-2121"/>
            <a:alphaOff val="0"/>
          </a:schemeClr>
        </a:solidFill>
        <a:ln w="15875" cap="flat" cmpd="sng" algn="ctr">
          <a:solidFill>
            <a:schemeClr val="accent5">
              <a:tint val="40000"/>
              <a:alpha val="90000"/>
              <a:hueOff val="-1273"/>
              <a:satOff val="-19119"/>
              <a:lumOff val="-212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No major challenges thus far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However, prepared for potential obstacles as more major features are implemented</a:t>
          </a:r>
        </a:p>
      </dsp:txBody>
      <dsp:txXfrm>
        <a:off x="6990588" y="498400"/>
        <a:ext cx="3064668" cy="325008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0C614E-F43B-4D4A-9446-7AD6AA049E43}">
      <dsp:nvSpPr>
        <dsp:cNvPr id="0" name=""/>
        <dsp:cNvSpPr/>
      </dsp:nvSpPr>
      <dsp:spPr>
        <a:xfrm>
          <a:off x="0" y="436130"/>
          <a:ext cx="6797675" cy="17482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7575" tIns="312420" rIns="527575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Basis of UI for testing prototype was generated using ChatGPT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Brainstorming for technical phrasing and formatting in documentation using ChatGPT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PowerPoint Designer AI to assist in organized, engaging presentation layout</a:t>
          </a:r>
        </a:p>
      </dsp:txBody>
      <dsp:txXfrm>
        <a:off x="0" y="436130"/>
        <a:ext cx="6797675" cy="1748250"/>
      </dsp:txXfrm>
    </dsp:sp>
    <dsp:sp modelId="{FA03E09D-CA60-4B52-82C5-EE91EACDE3B3}">
      <dsp:nvSpPr>
        <dsp:cNvPr id="0" name=""/>
        <dsp:cNvSpPr/>
      </dsp:nvSpPr>
      <dsp:spPr>
        <a:xfrm>
          <a:off x="339883" y="214730"/>
          <a:ext cx="4758372" cy="4428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2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2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9855" tIns="0" rIns="179855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Areas of Application</a:t>
          </a:r>
        </a:p>
      </dsp:txBody>
      <dsp:txXfrm>
        <a:off x="361499" y="236346"/>
        <a:ext cx="4715140" cy="399568"/>
      </dsp:txXfrm>
    </dsp:sp>
    <dsp:sp modelId="{208C97C0-A72D-4653-AA7B-E7301B1ED627}">
      <dsp:nvSpPr>
        <dsp:cNvPr id="0" name=""/>
        <dsp:cNvSpPr/>
      </dsp:nvSpPr>
      <dsp:spPr>
        <a:xfrm>
          <a:off x="0" y="2486780"/>
          <a:ext cx="6797675" cy="15592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4377"/>
              <a:satOff val="108"/>
              <a:lumOff val="3823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7575" tIns="312420" rIns="527575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Improved clarity and reduce repetition in documentation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Allowed to focus on presentation content rather than struggling with layout, saving time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Also saved time for prototype creation so testing and feature implementation were prioritized</a:t>
          </a:r>
        </a:p>
      </dsp:txBody>
      <dsp:txXfrm>
        <a:off x="0" y="2486780"/>
        <a:ext cx="6797675" cy="1559250"/>
      </dsp:txXfrm>
    </dsp:sp>
    <dsp:sp modelId="{8EE78288-B707-418F-8C6A-474C86732B7E}">
      <dsp:nvSpPr>
        <dsp:cNvPr id="0" name=""/>
        <dsp:cNvSpPr/>
      </dsp:nvSpPr>
      <dsp:spPr>
        <a:xfrm>
          <a:off x="339883" y="2265380"/>
          <a:ext cx="4758372" cy="442800"/>
        </a:xfrm>
        <a:prstGeom prst="roundRect">
          <a:avLst/>
        </a:prstGeom>
        <a:gradFill rotWithShape="0">
          <a:gsLst>
            <a:gs pos="0">
              <a:schemeClr val="accent2">
                <a:hueOff val="-4377"/>
                <a:satOff val="108"/>
                <a:lumOff val="3823"/>
                <a:alphaOff val="0"/>
                <a:shade val="85000"/>
                <a:satMod val="130000"/>
              </a:schemeClr>
            </a:gs>
            <a:gs pos="34000">
              <a:schemeClr val="accent2">
                <a:hueOff val="-4377"/>
                <a:satOff val="108"/>
                <a:lumOff val="3823"/>
                <a:alphaOff val="0"/>
                <a:shade val="87000"/>
                <a:satMod val="125000"/>
              </a:schemeClr>
            </a:gs>
            <a:gs pos="70000">
              <a:schemeClr val="accent2">
                <a:hueOff val="-4377"/>
                <a:satOff val="108"/>
                <a:lumOff val="3823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2">
                <a:hueOff val="-4377"/>
                <a:satOff val="108"/>
                <a:lumOff val="3823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9855" tIns="0" rIns="179855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Improvements</a:t>
          </a:r>
        </a:p>
      </dsp:txBody>
      <dsp:txXfrm>
        <a:off x="361499" y="2286996"/>
        <a:ext cx="4715140" cy="399568"/>
      </dsp:txXfrm>
    </dsp:sp>
    <dsp:sp modelId="{234C3FA2-3E88-4486-B1E0-6F424E9E1471}">
      <dsp:nvSpPr>
        <dsp:cNvPr id="0" name=""/>
        <dsp:cNvSpPr/>
      </dsp:nvSpPr>
      <dsp:spPr>
        <a:xfrm>
          <a:off x="0" y="4348431"/>
          <a:ext cx="6797675" cy="10867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8754"/>
              <a:satOff val="216"/>
              <a:lumOff val="764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7575" tIns="312420" rIns="527575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AI occasionally misunderstood portions of the project</a:t>
          </a:r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However, this was indicative that these areas needed to be further refined</a:t>
          </a:r>
        </a:p>
      </dsp:txBody>
      <dsp:txXfrm>
        <a:off x="0" y="4348431"/>
        <a:ext cx="6797675" cy="1086750"/>
      </dsp:txXfrm>
    </dsp:sp>
    <dsp:sp modelId="{BB9CC716-9541-4044-A883-7296B1977842}">
      <dsp:nvSpPr>
        <dsp:cNvPr id="0" name=""/>
        <dsp:cNvSpPr/>
      </dsp:nvSpPr>
      <dsp:spPr>
        <a:xfrm>
          <a:off x="339883" y="4127031"/>
          <a:ext cx="4758372" cy="442800"/>
        </a:xfrm>
        <a:prstGeom prst="roundRect">
          <a:avLst/>
        </a:prstGeom>
        <a:gradFill rotWithShape="0">
          <a:gsLst>
            <a:gs pos="0">
              <a:schemeClr val="accent2">
                <a:hueOff val="-8754"/>
                <a:satOff val="216"/>
                <a:lumOff val="7646"/>
                <a:alphaOff val="0"/>
                <a:shade val="85000"/>
                <a:satMod val="130000"/>
              </a:schemeClr>
            </a:gs>
            <a:gs pos="34000">
              <a:schemeClr val="accent2">
                <a:hueOff val="-8754"/>
                <a:satOff val="216"/>
                <a:lumOff val="7646"/>
                <a:alphaOff val="0"/>
                <a:shade val="87000"/>
                <a:satMod val="125000"/>
              </a:schemeClr>
            </a:gs>
            <a:gs pos="70000">
              <a:schemeClr val="accent2">
                <a:hueOff val="-8754"/>
                <a:satOff val="216"/>
                <a:lumOff val="7646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2">
                <a:hueOff val="-8754"/>
                <a:satOff val="216"/>
                <a:lumOff val="7646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9855" tIns="0" rIns="179855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Limitations and Refinement</a:t>
          </a:r>
        </a:p>
      </dsp:txBody>
      <dsp:txXfrm>
        <a:off x="361499" y="4148647"/>
        <a:ext cx="4715140" cy="39956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16E652-4A89-47DD-8A42-102551E1F587}">
      <dsp:nvSpPr>
        <dsp:cNvPr id="0" name=""/>
        <dsp:cNvSpPr/>
      </dsp:nvSpPr>
      <dsp:spPr>
        <a:xfrm>
          <a:off x="733965" y="244725"/>
          <a:ext cx="775913" cy="7759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23A544-EF56-4434-9A0D-7865077A4106}">
      <dsp:nvSpPr>
        <dsp:cNvPr id="0" name=""/>
        <dsp:cNvSpPr/>
      </dsp:nvSpPr>
      <dsp:spPr>
        <a:xfrm>
          <a:off x="13474" y="1162393"/>
          <a:ext cx="2216895" cy="5867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Planned Functional Requirements</a:t>
          </a:r>
        </a:p>
      </dsp:txBody>
      <dsp:txXfrm>
        <a:off x="13474" y="1162393"/>
        <a:ext cx="2216895" cy="586717"/>
      </dsp:txXfrm>
    </dsp:sp>
    <dsp:sp modelId="{A5246992-7692-4652-99D0-A5867BB24B5B}">
      <dsp:nvSpPr>
        <dsp:cNvPr id="0" name=""/>
        <dsp:cNvSpPr/>
      </dsp:nvSpPr>
      <dsp:spPr>
        <a:xfrm>
          <a:off x="13474" y="1815043"/>
          <a:ext cx="2216895" cy="1726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Continue sign-in system implementation, including magstripe reader integration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Improve inventory management by storing both stock-in and stock-out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Begin implementation of volunteer hour tracking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Begin implementation of report generation</a:t>
          </a:r>
        </a:p>
      </dsp:txBody>
      <dsp:txXfrm>
        <a:off x="13474" y="1815043"/>
        <a:ext cx="2216895" cy="1726310"/>
      </dsp:txXfrm>
    </dsp:sp>
    <dsp:sp modelId="{500BE052-EDBD-4706-A97A-DB84141B6D96}">
      <dsp:nvSpPr>
        <dsp:cNvPr id="0" name=""/>
        <dsp:cNvSpPr/>
      </dsp:nvSpPr>
      <dsp:spPr>
        <a:xfrm>
          <a:off x="3338817" y="244725"/>
          <a:ext cx="775913" cy="7759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4697E3-89CA-41E2-B18F-260308D98DC1}">
      <dsp:nvSpPr>
        <dsp:cNvPr id="0" name=""/>
        <dsp:cNvSpPr/>
      </dsp:nvSpPr>
      <dsp:spPr>
        <a:xfrm>
          <a:off x="2618326" y="1162393"/>
          <a:ext cx="2216895" cy="5867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Planned Non-Functional Requirements</a:t>
          </a:r>
        </a:p>
      </dsp:txBody>
      <dsp:txXfrm>
        <a:off x="2618326" y="1162393"/>
        <a:ext cx="2216895" cy="586717"/>
      </dsp:txXfrm>
    </dsp:sp>
    <dsp:sp modelId="{AF87B775-A89C-46CF-A12C-7DC77C41BFD8}">
      <dsp:nvSpPr>
        <dsp:cNvPr id="0" name=""/>
        <dsp:cNvSpPr/>
      </dsp:nvSpPr>
      <dsp:spPr>
        <a:xfrm>
          <a:off x="2618326" y="1815043"/>
          <a:ext cx="2216895" cy="1726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Maintain current performance, accuracy, and security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Begin UI design and learnability to adhere to accessibility standards and intuitiveness</a:t>
          </a:r>
        </a:p>
      </dsp:txBody>
      <dsp:txXfrm>
        <a:off x="2618326" y="1815043"/>
        <a:ext cx="2216895" cy="1726310"/>
      </dsp:txXfrm>
    </dsp:sp>
    <dsp:sp modelId="{C5E316B5-4DD6-4929-BBDD-1ADB1A1D6DD3}">
      <dsp:nvSpPr>
        <dsp:cNvPr id="0" name=""/>
        <dsp:cNvSpPr/>
      </dsp:nvSpPr>
      <dsp:spPr>
        <a:xfrm>
          <a:off x="5943669" y="244725"/>
          <a:ext cx="775913" cy="7759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827888-A0B1-4ED0-AE7E-BA29D82B9731}">
      <dsp:nvSpPr>
        <dsp:cNvPr id="0" name=""/>
        <dsp:cNvSpPr/>
      </dsp:nvSpPr>
      <dsp:spPr>
        <a:xfrm>
          <a:off x="5223178" y="1162393"/>
          <a:ext cx="2216895" cy="5867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Timeline</a:t>
          </a:r>
        </a:p>
      </dsp:txBody>
      <dsp:txXfrm>
        <a:off x="5223178" y="1162393"/>
        <a:ext cx="2216895" cy="586717"/>
      </dsp:txXfrm>
    </dsp:sp>
    <dsp:sp modelId="{05A24ECA-64B3-406A-A570-3ECB2CEB124F}">
      <dsp:nvSpPr>
        <dsp:cNvPr id="0" name=""/>
        <dsp:cNvSpPr/>
      </dsp:nvSpPr>
      <dsp:spPr>
        <a:xfrm>
          <a:off x="5223178" y="1815043"/>
          <a:ext cx="2216895" cy="1726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Complete magstripe reader integration, stock-out storage, and UI improvements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Volunteer hour tracking and improvements in other features according to client feedback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Report generation, final touches, and verification with clients </a:t>
          </a:r>
        </a:p>
      </dsp:txBody>
      <dsp:txXfrm>
        <a:off x="5223178" y="1815043"/>
        <a:ext cx="2216895" cy="1726310"/>
      </dsp:txXfrm>
    </dsp:sp>
    <dsp:sp modelId="{5E83F2F4-E96E-452C-ADAC-0691B7BEF6C3}">
      <dsp:nvSpPr>
        <dsp:cNvPr id="0" name=""/>
        <dsp:cNvSpPr/>
      </dsp:nvSpPr>
      <dsp:spPr>
        <a:xfrm>
          <a:off x="8548521" y="244725"/>
          <a:ext cx="775913" cy="77591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76A33D-1B41-4AFE-AF99-6A641902B253}">
      <dsp:nvSpPr>
        <dsp:cNvPr id="0" name=""/>
        <dsp:cNvSpPr/>
      </dsp:nvSpPr>
      <dsp:spPr>
        <a:xfrm>
          <a:off x="7828030" y="1162393"/>
          <a:ext cx="2216895" cy="5867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Final Deliverables</a:t>
          </a:r>
        </a:p>
      </dsp:txBody>
      <dsp:txXfrm>
        <a:off x="7828030" y="1162393"/>
        <a:ext cx="2216895" cy="586717"/>
      </dsp:txXfrm>
    </dsp:sp>
    <dsp:sp modelId="{E7D2CD03-8342-47A4-8201-D1CCE18C3191}">
      <dsp:nvSpPr>
        <dsp:cNvPr id="0" name=""/>
        <dsp:cNvSpPr/>
      </dsp:nvSpPr>
      <dsp:spPr>
        <a:xfrm>
          <a:off x="7828030" y="1815043"/>
          <a:ext cx="2216895" cy="1726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Completed application with requirements met satisfactorily 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Application will be set up on pantry’s terminal for operation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Thorough documentation for any future work that may be needed</a:t>
          </a:r>
        </a:p>
      </dsp:txBody>
      <dsp:txXfrm>
        <a:off x="7828030" y="1815043"/>
        <a:ext cx="2216895" cy="17263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9CE2E3-4688-471E-92DC-26EE2660E511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1E8572-1A79-48A7-A137-4FD840A598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203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1E8572-1A79-48A7-A137-4FD840A598D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1960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minute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1E8572-1A79-48A7-A137-4FD840A598D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1861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minute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1E8572-1A79-48A7-A137-4FD840A598D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2798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minute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1E8572-1A79-48A7-A137-4FD840A598D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2144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1E8572-1A79-48A7-A137-4FD840A598D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8835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1E8572-1A79-48A7-A137-4FD840A598D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5610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minute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1E8572-1A79-48A7-A137-4FD840A598D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9972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minute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1E8572-1A79-48A7-A137-4FD840A598D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6291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seconds -- Progress Made, Lessons Learned, Overall Achievements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1E8572-1A79-48A7-A137-4FD840A598D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0935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56095-A8B6-49BD-A7FB-879CE0BB74AF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CEA6D-6341-4149-8A0A-43C66BCD439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1393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56095-A8B6-49BD-A7FB-879CE0BB74AF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CEA6D-6341-4149-8A0A-43C66BCD4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063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56095-A8B6-49BD-A7FB-879CE0BB74AF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CEA6D-6341-4149-8A0A-43C66BCD439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9746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56095-A8B6-49BD-A7FB-879CE0BB74AF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CEA6D-6341-4149-8A0A-43C66BCD4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088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56095-A8B6-49BD-A7FB-879CE0BB74AF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CEA6D-6341-4149-8A0A-43C66BCD4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707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56095-A8B6-49BD-A7FB-879CE0BB74AF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CEA6D-6341-4149-8A0A-43C66BCD4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653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56095-A8B6-49BD-A7FB-879CE0BB74AF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CEA6D-6341-4149-8A0A-43C66BCD4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6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3C56095-A8B6-49BD-A7FB-879CE0BB74AF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E4CEA6D-6341-4149-8A0A-43C66BCD4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906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56095-A8B6-49BD-A7FB-879CE0BB74AF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CEA6D-6341-4149-8A0A-43C66BCD4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954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56095-A8B6-49BD-A7FB-879CE0BB74AF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CEA6D-6341-4149-8A0A-43C66BCD4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016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56095-A8B6-49BD-A7FB-879CE0BB74AF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CEA6D-6341-4149-8A0A-43C66BCD4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137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3C56095-A8B6-49BD-A7FB-879CE0BB74AF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E4CEA6D-6341-4149-8A0A-43C66BCD4398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146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" name="Rectangle 60">
            <a:extLst>
              <a:ext uri="{FF2B5EF4-FFF2-40B4-BE49-F238E27FC236}">
                <a16:creationId xmlns:a16="http://schemas.microsoft.com/office/drawing/2014/main" id="{0DFDC335-8810-4D67-AE66-6949FFB4A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045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EA5799E-E81E-4CF6-85FC-A4FD373B49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2295C3-42CD-3F59-C874-F5D8BBF650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5197" y="5120640"/>
            <a:ext cx="10058400" cy="82296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11-FA25-SP26-F-WEB: </a:t>
            </a:r>
            <a:br>
              <a:rPr lang="en-US" sz="2800" b="1" dirty="0">
                <a:solidFill>
                  <a:srgbClr val="FFFFFF"/>
                </a:solidFill>
              </a:rPr>
            </a:br>
            <a:r>
              <a:rPr lang="en-US" sz="2800" b="1" dirty="0">
                <a:solidFill>
                  <a:srgbClr val="FFFFFF"/>
                </a:solidFill>
              </a:rPr>
              <a:t>Voiland Food Pantry – Final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2B835C-B2D6-3D3A-BA3C-D09A23184C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5212" y="5943600"/>
            <a:ext cx="10058400" cy="543513"/>
          </a:xfrm>
        </p:spPr>
        <p:txBody>
          <a:bodyPr>
            <a:normAutofit fontScale="77500" lnSpcReduction="20000"/>
          </a:bodyPr>
          <a:lstStyle/>
          <a:p>
            <a:r>
              <a:rPr lang="en-US" sz="1500" dirty="0">
                <a:solidFill>
                  <a:srgbClr val="FFFFFF"/>
                </a:solidFill>
              </a:rPr>
              <a:t>Jodie Butterworth, Kaitlyn Cornish, Matthew Hill, Alex Langland</a:t>
            </a:r>
          </a:p>
          <a:p>
            <a:r>
              <a:rPr lang="en-US" sz="1500" dirty="0">
                <a:solidFill>
                  <a:srgbClr val="FFFFFF"/>
                </a:solidFill>
              </a:rPr>
              <a:t>December 3, 2025</a:t>
            </a:r>
          </a:p>
        </p:txBody>
      </p:sp>
      <p:pic>
        <p:nvPicPr>
          <p:cNvPr id="11" name="Picture 10" descr="A black and red logo&#10;&#10;AI-generated content may be incorrect.">
            <a:extLst>
              <a:ext uri="{FF2B5EF4-FFF2-40B4-BE49-F238E27FC236}">
                <a16:creationId xmlns:a16="http://schemas.microsoft.com/office/drawing/2014/main" id="{628E16B6-482E-A55B-9324-4D7870F46D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4373" y="640080"/>
            <a:ext cx="3602736" cy="3602736"/>
          </a:xfrm>
          <a:prstGeom prst="rect">
            <a:avLst/>
          </a:prstGeom>
        </p:spPr>
      </p:pic>
      <p:sp>
        <p:nvSpPr>
          <p:cNvPr id="65" name="Rectangle 64">
            <a:extLst>
              <a:ext uri="{FF2B5EF4-FFF2-40B4-BE49-F238E27FC236}">
                <a16:creationId xmlns:a16="http://schemas.microsoft.com/office/drawing/2014/main" id="{5C6017A4-C87C-43AB-982C-598BF39707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63996" y="886968"/>
            <a:ext cx="64008" cy="3108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logo of a cat&#10;&#10;AI-generated content may be incorrect.">
            <a:extLst>
              <a:ext uri="{FF2B5EF4-FFF2-40B4-BE49-F238E27FC236}">
                <a16:creationId xmlns:a16="http://schemas.microsoft.com/office/drawing/2014/main" id="{A1224769-FAC4-5BF1-FD7B-A7D9D64940C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074" r="1082" b="2789"/>
          <a:stretch>
            <a:fillRect/>
          </a:stretch>
        </p:blipFill>
        <p:spPr>
          <a:xfrm>
            <a:off x="6424891" y="640080"/>
            <a:ext cx="3592729" cy="3602736"/>
          </a:xfrm>
          <a:prstGeom prst="rect">
            <a:avLst/>
          </a:prstGeom>
        </p:spPr>
      </p:pic>
      <p:sp>
        <p:nvSpPr>
          <p:cNvPr id="67" name="Rectangle 66">
            <a:extLst>
              <a:ext uri="{FF2B5EF4-FFF2-40B4-BE49-F238E27FC236}">
                <a16:creationId xmlns:a16="http://schemas.microsoft.com/office/drawing/2014/main" id="{318AF29E-D058-49A4-B682-D4CC9D80C2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670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3529AFD-5A84-4419-9390-0E9584F35D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FFD9C4-5E6D-4E44-8CCD-24EF7B6FF1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2B4480-FFAD-90A1-F968-5EEE4DDEE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anchor="ctr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Project Overview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B3B2DB5-1B01-4A7A-B79B-E180757E6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4DAF5AC-886B-A981-806F-3FC2EED8D4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2129020"/>
              </p:ext>
            </p:extLst>
          </p:nvPr>
        </p:nvGraphicFramePr>
        <p:xfrm>
          <a:off x="4741863" y="639763"/>
          <a:ext cx="6797675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35019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C1329-2295-E11E-3D85-F64C52409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/>
              <a:t>Functional and Non-Functional Requirements</a:t>
            </a:r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9178990F-EE82-99E5-E223-AE042CA585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3170255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39705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A91C2-B79B-5125-2D8D-855075E3B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Architecture of the System</a:t>
            </a:r>
          </a:p>
        </p:txBody>
      </p:sp>
      <p:pic>
        <p:nvPicPr>
          <p:cNvPr id="5" name="Content Placeholder 4" descr="A diagram of a software system&#10;&#10;AI-generated content may be incorrect.">
            <a:extLst>
              <a:ext uri="{FF2B5EF4-FFF2-40B4-BE49-F238E27FC236}">
                <a16:creationId xmlns:a16="http://schemas.microsoft.com/office/drawing/2014/main" id="{04D12EE9-1571-1706-3EEA-7C8B877866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3899" y="1846263"/>
            <a:ext cx="4304527" cy="402272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8C75291-5AA6-D28D-A2CF-2FB112F702C8}"/>
              </a:ext>
            </a:extLst>
          </p:cNvPr>
          <p:cNvSpPr txBox="1"/>
          <p:nvPr/>
        </p:nvSpPr>
        <p:spPr>
          <a:xfrm>
            <a:off x="3310128" y="5887276"/>
            <a:ext cx="4645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Figure 1: System Architecture Diagram</a:t>
            </a:r>
          </a:p>
        </p:txBody>
      </p:sp>
    </p:spTree>
    <p:extLst>
      <p:ext uri="{BB962C8B-B14F-4D97-AF65-F5344CB8AC3E}">
        <p14:creationId xmlns:p14="http://schemas.microsoft.com/office/powerpoint/2010/main" val="2002299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CCB25-F11F-02E2-61B2-ECE6DA27E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/>
              <a:t>Sprint 3 Achievements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2508808-5AFB-9F99-923A-9C683AA5AB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4367785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349194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3529AFD-5A84-4419-9390-0E9584F35D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FFD9C4-5E6D-4E44-8CCD-24EF7B6FF1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DA4BE2-DE86-D51C-8397-AFF5ED2CE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anchor="ctr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System Demonstration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B3B2DB5-1B01-4A7A-B79B-E180757E6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4841FEA-48DD-8225-9E93-86ACD94172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6244713"/>
              </p:ext>
            </p:extLst>
          </p:nvPr>
        </p:nvGraphicFramePr>
        <p:xfrm>
          <a:off x="4741863" y="639763"/>
          <a:ext cx="6797675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89633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95188-E09C-39C0-7707-7C3908E83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/>
              <a:t>Testing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24DCADE-4F40-D451-415A-BEC32299B3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040676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47328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3529AFD-5A84-4419-9390-0E9584F35D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FFD9C4-5E6D-4E44-8CCD-24EF7B6FF1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A34768-A26B-93CD-A296-95FA69B01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anchor="ctr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Responsible Use of AI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B3B2DB5-1B01-4A7A-B79B-E180757E6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7D329C2-6E65-097B-9CC2-7CF7B83655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8235931"/>
              </p:ext>
            </p:extLst>
          </p:nvPr>
        </p:nvGraphicFramePr>
        <p:xfrm>
          <a:off x="4741863" y="639763"/>
          <a:ext cx="6797675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581507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78D3A-8571-8C08-E823-902FE78F4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/>
              <a:t>Plan and Deliverables for Next Semester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97EE962-F7B2-DD19-88E5-1B001E1E1A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2599903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55684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9D068DB-E7E7-4102-9402-EAA049E13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6C8906C-CCD9-4F71-B3DD-BC1331E1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A0D6F13-628B-4FC4-AD48-A2B64677D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7730C1E-9F8B-4D0C-A8A2-BB5275723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0031B-14DA-6A51-29FE-560257284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>
                <a:solidFill>
                  <a:schemeClr val="tx1">
                    <a:lumMod val="85000"/>
                    <a:lumOff val="15000"/>
                  </a:schemeClr>
                </a:solidFill>
              </a:rPr>
              <a:t>Thank You!</a:t>
            </a:r>
          </a:p>
        </p:txBody>
      </p:sp>
      <p:pic>
        <p:nvPicPr>
          <p:cNvPr id="7" name="Graphic 6" descr="Handshake">
            <a:extLst>
              <a:ext uri="{FF2B5EF4-FFF2-40B4-BE49-F238E27FC236}">
                <a16:creationId xmlns:a16="http://schemas.microsoft.com/office/drawing/2014/main" id="{3558F611-ADFF-7AB2-2040-4AD7C82957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457" y="640080"/>
            <a:ext cx="3602736" cy="3602736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DE349CF-DE2F-4D85-839D-70911995EA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495F48F9-D570-45CC-825D-5BBB79C52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AD93E48-101C-49B1-90F1-3F431679BA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19650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WSU Colors">
      <a:dk1>
        <a:srgbClr val="000000"/>
      </a:dk1>
      <a:lt1>
        <a:sysClr val="window" lastClr="FFFFFF"/>
      </a:lt1>
      <a:dk2>
        <a:srgbClr val="4D4D4D"/>
      </a:dk2>
      <a:lt2>
        <a:srgbClr val="CCCCCC"/>
      </a:lt2>
      <a:accent1>
        <a:srgbClr val="CA1237"/>
      </a:accent1>
      <a:accent2>
        <a:srgbClr val="A60F2D"/>
      </a:accent2>
      <a:accent3>
        <a:srgbClr val="CA1237"/>
      </a:accent3>
      <a:accent4>
        <a:srgbClr val="A60F2D"/>
      </a:accent4>
      <a:accent5>
        <a:srgbClr val="CA1237"/>
      </a:accent5>
      <a:accent6>
        <a:srgbClr val="A60F2D"/>
      </a:accent6>
      <a:hlink>
        <a:srgbClr val="D11237"/>
      </a:hlink>
      <a:folHlink>
        <a:srgbClr val="7F7F7F"/>
      </a:folHlink>
    </a:clrScheme>
    <a:fontScheme name="WSU Typography">
      <a:majorFont>
        <a:latin typeface="Proxima Nova"/>
        <a:ea typeface=""/>
        <a:cs typeface=""/>
      </a:majorFont>
      <a:minorFont>
        <a:latin typeface="Montserrat"/>
        <a:ea typeface=""/>
        <a:cs typeface="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EDD631CF16A9D4597B7910261C15C8D" ma:contentTypeVersion="9" ma:contentTypeDescription="Create a new document." ma:contentTypeScope="" ma:versionID="45df229e13fec6bd5280332c672aad53">
  <xsd:schema xmlns:xsd="http://www.w3.org/2001/XMLSchema" xmlns:xs="http://www.w3.org/2001/XMLSchema" xmlns:p="http://schemas.microsoft.com/office/2006/metadata/properties" xmlns:ns3="07b86a79-a0e0-4fae-97d8-d960552457a2" xmlns:ns4="40f16175-07f6-4179-a7d3-44240c48c007" targetNamespace="http://schemas.microsoft.com/office/2006/metadata/properties" ma:root="true" ma:fieldsID="4f1bc5df0001c9ea3d68577fe9552d99" ns3:_="" ns4:_="">
    <xsd:import namespace="07b86a79-a0e0-4fae-97d8-d960552457a2"/>
    <xsd:import namespace="40f16175-07f6-4179-a7d3-44240c48c007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b86a79-a0e0-4fae-97d8-d960552457a2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f16175-07f6-4179-a7d3-44240c48c007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7b86a79-a0e0-4fae-97d8-d960552457a2" xsi:nil="true"/>
  </documentManagement>
</p:properties>
</file>

<file path=customXml/itemProps1.xml><?xml version="1.0" encoding="utf-8"?>
<ds:datastoreItem xmlns:ds="http://schemas.openxmlformats.org/officeDocument/2006/customXml" ds:itemID="{BF42AA26-A7A5-4A3A-8C5C-D5717D5886B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E737912-6737-4E81-B80B-9905E285DA5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7b86a79-a0e0-4fae-97d8-d960552457a2"/>
    <ds:schemaRef ds:uri="40f16175-07f6-4179-a7d3-44240c48c00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C10819B-25DD-4CBB-B9E4-8A804A115EBD}">
  <ds:schemaRefs>
    <ds:schemaRef ds:uri="07b86a79-a0e0-4fae-97d8-d960552457a2"/>
    <ds:schemaRef ds:uri="http://schemas.microsoft.com/office/2006/documentManagement/types"/>
    <ds:schemaRef ds:uri="http://purl.org/dc/dcmitype/"/>
    <ds:schemaRef ds:uri="http://purl.org/dc/terms/"/>
    <ds:schemaRef ds:uri="http://schemas.microsoft.com/office/2006/metadata/properties"/>
    <ds:schemaRef ds:uri="http://schemas.openxmlformats.org/package/2006/metadata/core-properties"/>
    <ds:schemaRef ds:uri="http://schemas.microsoft.com/office/infopath/2007/PartnerControls"/>
    <ds:schemaRef ds:uri="40f16175-07f6-4179-a7d3-44240c48c007"/>
    <ds:schemaRef ds:uri="http://www.w3.org/XML/1998/namespace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12349</TotalTime>
  <Words>647</Words>
  <Application>Microsoft Office PowerPoint</Application>
  <PresentationFormat>Widescreen</PresentationFormat>
  <Paragraphs>110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Calibri</vt:lpstr>
      <vt:lpstr>Montserrat</vt:lpstr>
      <vt:lpstr>Proxima Nova</vt:lpstr>
      <vt:lpstr>Retrospect</vt:lpstr>
      <vt:lpstr>11-FA25-SP26-F-WEB:  Voiland Food Pantry – Final Presentation</vt:lpstr>
      <vt:lpstr>Project Overview</vt:lpstr>
      <vt:lpstr>Functional and Non-Functional Requirements</vt:lpstr>
      <vt:lpstr>Overall Architecture of the System</vt:lpstr>
      <vt:lpstr>Sprint 3 Achievements</vt:lpstr>
      <vt:lpstr>System Demonstration</vt:lpstr>
      <vt:lpstr>Testing</vt:lpstr>
      <vt:lpstr>Responsible Use of AI</vt:lpstr>
      <vt:lpstr>Plan and Deliverables for Next Semester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Hill, Matthew</dc:creator>
  <cp:lastModifiedBy>Hill, Matthew</cp:lastModifiedBy>
  <cp:revision>5</cp:revision>
  <dcterms:created xsi:type="dcterms:W3CDTF">2025-10-05T21:21:56Z</dcterms:created>
  <dcterms:modified xsi:type="dcterms:W3CDTF">2026-02-21T05:57:01Z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0x0101008EDD631CF16A9D4597B7910261C15C8D</vt:lpwstr>
  </property>
</Properties>
</file>