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20"/>
  </p:notesMasterIdLst>
  <p:sldIdLst>
    <p:sldId id="256" r:id="rId5"/>
    <p:sldId id="281" r:id="rId6"/>
    <p:sldId id="279" r:id="rId7"/>
    <p:sldId id="280" r:id="rId8"/>
    <p:sldId id="282" r:id="rId9"/>
    <p:sldId id="290" r:id="rId10"/>
    <p:sldId id="289" r:id="rId11"/>
    <p:sldId id="283" r:id="rId12"/>
    <p:sldId id="284" r:id="rId13"/>
    <p:sldId id="285" r:id="rId14"/>
    <p:sldId id="291" r:id="rId15"/>
    <p:sldId id="286" r:id="rId16"/>
    <p:sldId id="287" r:id="rId17"/>
    <p:sldId id="288" r:id="rId18"/>
    <p:sldId id="29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655E1-C834-4D93-A0B3-65620CA098A5}" v="17" dt="2025-11-13T01:11:02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B3D6DC-A94A-4D73-87AF-62F8A7B4F25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4A7C6F-C5FB-4D96-B005-F0EF58BCA217}">
      <dgm:prSet/>
      <dgm:spPr/>
      <dgm:t>
        <a:bodyPr/>
        <a:lstStyle/>
        <a:p>
          <a:pPr>
            <a:defRPr b="1"/>
          </a:pPr>
          <a:r>
            <a:rPr lang="en-US"/>
            <a:t>Project Introduction</a:t>
          </a:r>
        </a:p>
      </dgm:t>
    </dgm:pt>
    <dgm:pt modelId="{987C536D-65A0-401D-AAD4-CDE160D6133D}" type="parTrans" cxnId="{0F0CCBF9-23C9-4120-85CF-DCE955AD5A35}">
      <dgm:prSet/>
      <dgm:spPr/>
      <dgm:t>
        <a:bodyPr/>
        <a:lstStyle/>
        <a:p>
          <a:endParaRPr lang="en-US"/>
        </a:p>
      </dgm:t>
    </dgm:pt>
    <dgm:pt modelId="{0DF4DAFD-6491-4416-B6EB-D73E4F3DC20A}" type="sibTrans" cxnId="{0F0CCBF9-23C9-4120-85CF-DCE955AD5A35}">
      <dgm:prSet/>
      <dgm:spPr/>
      <dgm:t>
        <a:bodyPr/>
        <a:lstStyle/>
        <a:p>
          <a:endParaRPr lang="en-US"/>
        </a:p>
      </dgm:t>
    </dgm:pt>
    <dgm:pt modelId="{7CE2BC22-7E34-4167-895E-811190D28119}">
      <dgm:prSet/>
      <dgm:spPr/>
      <dgm:t>
        <a:bodyPr/>
        <a:lstStyle/>
        <a:p>
          <a:r>
            <a:rPr lang="en-US" dirty="0"/>
            <a:t>Voiland Food Pantry management system</a:t>
          </a:r>
        </a:p>
      </dgm:t>
    </dgm:pt>
    <dgm:pt modelId="{520E8B91-CAD0-4CB1-9C83-E5D002B2A6A3}" type="parTrans" cxnId="{B5DA90CD-338E-45CA-9E75-88951205543D}">
      <dgm:prSet/>
      <dgm:spPr/>
      <dgm:t>
        <a:bodyPr/>
        <a:lstStyle/>
        <a:p>
          <a:endParaRPr lang="en-US"/>
        </a:p>
      </dgm:t>
    </dgm:pt>
    <dgm:pt modelId="{A1028178-43E0-4EFA-AAED-CF0518D7462D}" type="sibTrans" cxnId="{B5DA90CD-338E-45CA-9E75-88951205543D}">
      <dgm:prSet/>
      <dgm:spPr/>
      <dgm:t>
        <a:bodyPr/>
        <a:lstStyle/>
        <a:p>
          <a:endParaRPr lang="en-US"/>
        </a:p>
      </dgm:t>
    </dgm:pt>
    <dgm:pt modelId="{AC39ACB1-0CAA-4034-932E-769710C45DEE}">
      <dgm:prSet/>
      <dgm:spPr/>
      <dgm:t>
        <a:bodyPr/>
        <a:lstStyle/>
        <a:p>
          <a:r>
            <a:rPr lang="en-US"/>
            <a:t>Web application for food pantry clientele and volunteers</a:t>
          </a:r>
        </a:p>
      </dgm:t>
    </dgm:pt>
    <dgm:pt modelId="{4E6CB33E-4073-4254-8D00-1D1FD724C6A7}" type="parTrans" cxnId="{E7240484-86A2-4FB3-A1D7-D37891932065}">
      <dgm:prSet/>
      <dgm:spPr/>
      <dgm:t>
        <a:bodyPr/>
        <a:lstStyle/>
        <a:p>
          <a:endParaRPr lang="en-US"/>
        </a:p>
      </dgm:t>
    </dgm:pt>
    <dgm:pt modelId="{E4C1DE66-2E9B-48F3-8169-F8361EE9CFA2}" type="sibTrans" cxnId="{E7240484-86A2-4FB3-A1D7-D37891932065}">
      <dgm:prSet/>
      <dgm:spPr/>
      <dgm:t>
        <a:bodyPr/>
        <a:lstStyle/>
        <a:p>
          <a:endParaRPr lang="en-US"/>
        </a:p>
      </dgm:t>
    </dgm:pt>
    <dgm:pt modelId="{B1E74450-C467-41A7-BCA7-F232EA5BC711}">
      <dgm:prSet/>
      <dgm:spPr/>
      <dgm:t>
        <a:bodyPr/>
        <a:lstStyle/>
        <a:p>
          <a:r>
            <a:rPr lang="en-US"/>
            <a:t>Sign-in, inventory management, volunteer hours tracking</a:t>
          </a:r>
        </a:p>
      </dgm:t>
    </dgm:pt>
    <dgm:pt modelId="{0A2E319F-D874-4EA8-9651-004B6C4F7C38}" type="parTrans" cxnId="{A9993160-1CC8-4753-873D-0F487C1EAA59}">
      <dgm:prSet/>
      <dgm:spPr/>
      <dgm:t>
        <a:bodyPr/>
        <a:lstStyle/>
        <a:p>
          <a:endParaRPr lang="en-US"/>
        </a:p>
      </dgm:t>
    </dgm:pt>
    <dgm:pt modelId="{5E0D56EF-DE2B-420B-80FB-5B5F7FBBAEC5}" type="sibTrans" cxnId="{A9993160-1CC8-4753-873D-0F487C1EAA59}">
      <dgm:prSet/>
      <dgm:spPr/>
      <dgm:t>
        <a:bodyPr/>
        <a:lstStyle/>
        <a:p>
          <a:endParaRPr lang="en-US"/>
        </a:p>
      </dgm:t>
    </dgm:pt>
    <dgm:pt modelId="{6E6679AC-AE63-442D-A01A-8C5249DB36A9}">
      <dgm:prSet/>
      <dgm:spPr/>
      <dgm:t>
        <a:bodyPr/>
        <a:lstStyle/>
        <a:p>
          <a:pPr>
            <a:defRPr b="1"/>
          </a:pPr>
          <a:r>
            <a:rPr lang="en-US"/>
            <a:t>Team Roles</a:t>
          </a:r>
        </a:p>
      </dgm:t>
    </dgm:pt>
    <dgm:pt modelId="{B8DB7027-3F5B-4CE2-A79C-3F1314BCFABA}" type="parTrans" cxnId="{A404328A-4EEC-4267-9EEF-309064CA06BE}">
      <dgm:prSet/>
      <dgm:spPr/>
      <dgm:t>
        <a:bodyPr/>
        <a:lstStyle/>
        <a:p>
          <a:endParaRPr lang="en-US"/>
        </a:p>
      </dgm:t>
    </dgm:pt>
    <dgm:pt modelId="{67ADB2A9-AC00-49B8-B26B-AF4608E3B8C1}" type="sibTrans" cxnId="{A404328A-4EEC-4267-9EEF-309064CA06BE}">
      <dgm:prSet/>
      <dgm:spPr/>
      <dgm:t>
        <a:bodyPr/>
        <a:lstStyle/>
        <a:p>
          <a:endParaRPr lang="en-US"/>
        </a:p>
      </dgm:t>
    </dgm:pt>
    <dgm:pt modelId="{0267BCE2-E1D6-40E6-A110-989A2B9AC4C2}">
      <dgm:prSet/>
      <dgm:spPr/>
      <dgm:t>
        <a:bodyPr/>
        <a:lstStyle/>
        <a:p>
          <a:r>
            <a:rPr lang="en-US"/>
            <a:t>Jodie Butterworth – Front-end developer</a:t>
          </a:r>
        </a:p>
      </dgm:t>
    </dgm:pt>
    <dgm:pt modelId="{AF3F0818-9720-4FFB-90A8-1B86966F4EB6}" type="parTrans" cxnId="{40C4251A-E8B7-42D9-A646-581BAE808665}">
      <dgm:prSet/>
      <dgm:spPr/>
      <dgm:t>
        <a:bodyPr/>
        <a:lstStyle/>
        <a:p>
          <a:endParaRPr lang="en-US"/>
        </a:p>
      </dgm:t>
    </dgm:pt>
    <dgm:pt modelId="{5F3BA546-E51E-45D1-9D0C-10BB1EEC2DC1}" type="sibTrans" cxnId="{40C4251A-E8B7-42D9-A646-581BAE808665}">
      <dgm:prSet/>
      <dgm:spPr/>
      <dgm:t>
        <a:bodyPr/>
        <a:lstStyle/>
        <a:p>
          <a:endParaRPr lang="en-US"/>
        </a:p>
      </dgm:t>
    </dgm:pt>
    <dgm:pt modelId="{C9AF3C88-EA91-4B79-A029-1C112B037DAF}">
      <dgm:prSet/>
      <dgm:spPr/>
      <dgm:t>
        <a:bodyPr/>
        <a:lstStyle/>
        <a:p>
          <a:r>
            <a:rPr lang="en-US"/>
            <a:t>Matthew Hill – Front-end developer, team lead</a:t>
          </a:r>
        </a:p>
      </dgm:t>
    </dgm:pt>
    <dgm:pt modelId="{21696CEB-0D93-4913-9627-1FED759E8763}" type="parTrans" cxnId="{681E141E-13B8-488C-879E-769623AC8D87}">
      <dgm:prSet/>
      <dgm:spPr/>
      <dgm:t>
        <a:bodyPr/>
        <a:lstStyle/>
        <a:p>
          <a:endParaRPr lang="en-US"/>
        </a:p>
      </dgm:t>
    </dgm:pt>
    <dgm:pt modelId="{45A52321-F39B-4605-902D-EEBFC88791E3}" type="sibTrans" cxnId="{681E141E-13B8-488C-879E-769623AC8D87}">
      <dgm:prSet/>
      <dgm:spPr/>
      <dgm:t>
        <a:bodyPr/>
        <a:lstStyle/>
        <a:p>
          <a:endParaRPr lang="en-US"/>
        </a:p>
      </dgm:t>
    </dgm:pt>
    <dgm:pt modelId="{5121A157-3ED0-4D1C-8205-E12AF00CE27C}">
      <dgm:prSet/>
      <dgm:spPr/>
      <dgm:t>
        <a:bodyPr/>
        <a:lstStyle/>
        <a:p>
          <a:r>
            <a:rPr lang="en-US" dirty="0"/>
            <a:t>Kaitlyn Cornish – Back-end developer</a:t>
          </a:r>
        </a:p>
      </dgm:t>
    </dgm:pt>
    <dgm:pt modelId="{ACF8D01B-8B51-47D0-AEF0-AB2876396A5B}" type="parTrans" cxnId="{5E790405-41E4-4919-BAD1-28669242D080}">
      <dgm:prSet/>
      <dgm:spPr/>
      <dgm:t>
        <a:bodyPr/>
        <a:lstStyle/>
        <a:p>
          <a:endParaRPr lang="en-US"/>
        </a:p>
      </dgm:t>
    </dgm:pt>
    <dgm:pt modelId="{437A6F9E-CB51-4431-B95D-2E5D37A251AA}" type="sibTrans" cxnId="{5E790405-41E4-4919-BAD1-28669242D080}">
      <dgm:prSet/>
      <dgm:spPr/>
      <dgm:t>
        <a:bodyPr/>
        <a:lstStyle/>
        <a:p>
          <a:endParaRPr lang="en-US"/>
        </a:p>
      </dgm:t>
    </dgm:pt>
    <dgm:pt modelId="{1556604D-9F91-4319-8259-F78228CC951A}">
      <dgm:prSet/>
      <dgm:spPr/>
      <dgm:t>
        <a:bodyPr/>
        <a:lstStyle/>
        <a:p>
          <a:r>
            <a:rPr lang="en-US"/>
            <a:t>Alex Langland – Back-end developer</a:t>
          </a:r>
        </a:p>
      </dgm:t>
    </dgm:pt>
    <dgm:pt modelId="{34D46624-4579-452C-A39B-CFD0849D8DFA}" type="parTrans" cxnId="{3769C44A-DC4D-40C4-9559-61A8CC2F6D06}">
      <dgm:prSet/>
      <dgm:spPr/>
      <dgm:t>
        <a:bodyPr/>
        <a:lstStyle/>
        <a:p>
          <a:endParaRPr lang="en-US"/>
        </a:p>
      </dgm:t>
    </dgm:pt>
    <dgm:pt modelId="{6E2736BF-7FBB-42BC-BF00-73A811948E67}" type="sibTrans" cxnId="{3769C44A-DC4D-40C4-9559-61A8CC2F6D06}">
      <dgm:prSet/>
      <dgm:spPr/>
      <dgm:t>
        <a:bodyPr/>
        <a:lstStyle/>
        <a:p>
          <a:endParaRPr lang="en-US"/>
        </a:p>
      </dgm:t>
    </dgm:pt>
    <dgm:pt modelId="{77ECF52F-5B36-4712-839D-D4EECE0C6FC5}">
      <dgm:prSet/>
      <dgm:spPr/>
      <dgm:t>
        <a:bodyPr/>
        <a:lstStyle/>
        <a:p>
          <a:r>
            <a:rPr lang="en-US"/>
            <a:t>Cristobal Escobar and Alan Sun – Database team </a:t>
          </a:r>
        </a:p>
      </dgm:t>
    </dgm:pt>
    <dgm:pt modelId="{0CA0D4F3-5CC6-4250-A746-70B0DD805D1E}" type="parTrans" cxnId="{7C99CAF8-5DE8-46EF-B51A-6EF3394BC31F}">
      <dgm:prSet/>
      <dgm:spPr/>
      <dgm:t>
        <a:bodyPr/>
        <a:lstStyle/>
        <a:p>
          <a:endParaRPr lang="en-US"/>
        </a:p>
      </dgm:t>
    </dgm:pt>
    <dgm:pt modelId="{2F8C2197-EB6F-4233-8082-D5EA8BE59E83}" type="sibTrans" cxnId="{7C99CAF8-5DE8-46EF-B51A-6EF3394BC31F}">
      <dgm:prSet/>
      <dgm:spPr/>
      <dgm:t>
        <a:bodyPr/>
        <a:lstStyle/>
        <a:p>
          <a:endParaRPr lang="en-US"/>
        </a:p>
      </dgm:t>
    </dgm:pt>
    <dgm:pt modelId="{3D695BC0-D016-4C8D-808D-9D731C573F2E}">
      <dgm:prSet/>
      <dgm:spPr/>
      <dgm:t>
        <a:bodyPr/>
        <a:lstStyle/>
        <a:p>
          <a:pPr>
            <a:defRPr b="1"/>
          </a:pPr>
          <a:r>
            <a:rPr lang="en-US"/>
            <a:t>Sprint 2 Goals</a:t>
          </a:r>
        </a:p>
      </dgm:t>
    </dgm:pt>
    <dgm:pt modelId="{97C75200-DB4A-4929-97D6-65A4A1D26236}" type="parTrans" cxnId="{CCCB921A-E7BD-4AA5-8697-650D1666CB95}">
      <dgm:prSet/>
      <dgm:spPr/>
      <dgm:t>
        <a:bodyPr/>
        <a:lstStyle/>
        <a:p>
          <a:endParaRPr lang="en-US"/>
        </a:p>
      </dgm:t>
    </dgm:pt>
    <dgm:pt modelId="{B982A738-1997-4A07-9EE9-9E0D68078F97}" type="sibTrans" cxnId="{CCCB921A-E7BD-4AA5-8697-650D1666CB95}">
      <dgm:prSet/>
      <dgm:spPr/>
      <dgm:t>
        <a:bodyPr/>
        <a:lstStyle/>
        <a:p>
          <a:endParaRPr lang="en-US"/>
        </a:p>
      </dgm:t>
    </dgm:pt>
    <dgm:pt modelId="{59A2B571-65E4-4E07-AA11-EF147EA54864}">
      <dgm:prSet/>
      <dgm:spPr/>
      <dgm:t>
        <a:bodyPr/>
        <a:lstStyle/>
        <a:p>
          <a:r>
            <a:rPr lang="en-US"/>
            <a:t>Begin development for inventory management, as per client’s request </a:t>
          </a:r>
        </a:p>
      </dgm:t>
    </dgm:pt>
    <dgm:pt modelId="{E1F93317-25BA-4290-A20B-D7AC5CEE783B}" type="parTrans" cxnId="{EE65ADBE-394C-4C59-9277-C5DB9C02E18F}">
      <dgm:prSet/>
      <dgm:spPr/>
      <dgm:t>
        <a:bodyPr/>
        <a:lstStyle/>
        <a:p>
          <a:endParaRPr lang="en-US"/>
        </a:p>
      </dgm:t>
    </dgm:pt>
    <dgm:pt modelId="{D55A02C2-910A-4073-B9D9-485620D4B1CE}" type="sibTrans" cxnId="{EE65ADBE-394C-4C59-9277-C5DB9C02E18F}">
      <dgm:prSet/>
      <dgm:spPr/>
      <dgm:t>
        <a:bodyPr/>
        <a:lstStyle/>
        <a:p>
          <a:endParaRPr lang="en-US"/>
        </a:p>
      </dgm:t>
    </dgm:pt>
    <dgm:pt modelId="{BC601AFC-4A00-4D56-B8DB-E266C2C9BF31}">
      <dgm:prSet/>
      <dgm:spPr/>
      <dgm:t>
        <a:bodyPr/>
        <a:lstStyle/>
        <a:p>
          <a:r>
            <a:rPr lang="en-US"/>
            <a:t>Create Minimum Viable Product (MVP) for client feedback </a:t>
          </a:r>
        </a:p>
      </dgm:t>
    </dgm:pt>
    <dgm:pt modelId="{A0FFD1AC-72D3-43DA-99C0-3430D1FEC1C9}" type="parTrans" cxnId="{26B101A9-4C95-4783-B35F-30F37ED01A01}">
      <dgm:prSet/>
      <dgm:spPr/>
      <dgm:t>
        <a:bodyPr/>
        <a:lstStyle/>
        <a:p>
          <a:endParaRPr lang="en-US"/>
        </a:p>
      </dgm:t>
    </dgm:pt>
    <dgm:pt modelId="{FC0BD992-3E63-439F-BFD3-75D54FBD02F1}" type="sibTrans" cxnId="{26B101A9-4C95-4783-B35F-30F37ED01A01}">
      <dgm:prSet/>
      <dgm:spPr/>
      <dgm:t>
        <a:bodyPr/>
        <a:lstStyle/>
        <a:p>
          <a:endParaRPr lang="en-US"/>
        </a:p>
      </dgm:t>
    </dgm:pt>
    <dgm:pt modelId="{CFDB97A9-C96A-4352-8B28-20A1E77E4A1E}">
      <dgm:prSet/>
      <dgm:spPr/>
      <dgm:t>
        <a:bodyPr/>
        <a:lstStyle/>
        <a:p>
          <a:r>
            <a:rPr lang="en-US"/>
            <a:t>Refine project functionalities and UI to fit expectations</a:t>
          </a:r>
        </a:p>
      </dgm:t>
    </dgm:pt>
    <dgm:pt modelId="{B67D0810-E017-42C0-AD47-87386B6121D3}" type="parTrans" cxnId="{C72ADE88-F662-4755-94EA-F7BA292E1453}">
      <dgm:prSet/>
      <dgm:spPr/>
      <dgm:t>
        <a:bodyPr/>
        <a:lstStyle/>
        <a:p>
          <a:endParaRPr lang="en-US"/>
        </a:p>
      </dgm:t>
    </dgm:pt>
    <dgm:pt modelId="{F466D356-1F8D-4FC2-9A6C-F5CEEADDAC7B}" type="sibTrans" cxnId="{C72ADE88-F662-4755-94EA-F7BA292E1453}">
      <dgm:prSet/>
      <dgm:spPr/>
      <dgm:t>
        <a:bodyPr/>
        <a:lstStyle/>
        <a:p>
          <a:endParaRPr lang="en-US"/>
        </a:p>
      </dgm:t>
    </dgm:pt>
    <dgm:pt modelId="{7B566C64-B717-48D8-A429-B28A7E3E7208}" type="pres">
      <dgm:prSet presAssocID="{C6B3D6DC-A94A-4D73-87AF-62F8A7B4F253}" presName="root" presStyleCnt="0">
        <dgm:presLayoutVars>
          <dgm:dir/>
          <dgm:resizeHandles val="exact"/>
        </dgm:presLayoutVars>
      </dgm:prSet>
      <dgm:spPr/>
    </dgm:pt>
    <dgm:pt modelId="{69DBC0E2-48F6-4FDC-8D22-60C0EFED3FD0}" type="pres">
      <dgm:prSet presAssocID="{E04A7C6F-C5FB-4D96-B005-F0EF58BCA217}" presName="compNode" presStyleCnt="0"/>
      <dgm:spPr/>
    </dgm:pt>
    <dgm:pt modelId="{FE910BE2-BC7E-4727-8167-323AFDCDFD35}" type="pres">
      <dgm:prSet presAssocID="{E04A7C6F-C5FB-4D96-B005-F0EF58BCA2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212FB963-AA07-4722-AB66-5E17942A9912}" type="pres">
      <dgm:prSet presAssocID="{E04A7C6F-C5FB-4D96-B005-F0EF58BCA217}" presName="iconSpace" presStyleCnt="0"/>
      <dgm:spPr/>
    </dgm:pt>
    <dgm:pt modelId="{9507D208-0A7E-41BF-B4C1-7DB1DF3B4264}" type="pres">
      <dgm:prSet presAssocID="{E04A7C6F-C5FB-4D96-B005-F0EF58BCA217}" presName="parTx" presStyleLbl="revTx" presStyleIdx="0" presStyleCnt="6">
        <dgm:presLayoutVars>
          <dgm:chMax val="0"/>
          <dgm:chPref val="0"/>
        </dgm:presLayoutVars>
      </dgm:prSet>
      <dgm:spPr/>
    </dgm:pt>
    <dgm:pt modelId="{1381BB6F-1BFC-403C-AA2E-E0174F6F73D0}" type="pres">
      <dgm:prSet presAssocID="{E04A7C6F-C5FB-4D96-B005-F0EF58BCA217}" presName="txSpace" presStyleCnt="0"/>
      <dgm:spPr/>
    </dgm:pt>
    <dgm:pt modelId="{2F999D6E-6699-413F-9C31-3887F9CADEC5}" type="pres">
      <dgm:prSet presAssocID="{E04A7C6F-C5FB-4D96-B005-F0EF58BCA217}" presName="desTx" presStyleLbl="revTx" presStyleIdx="1" presStyleCnt="6">
        <dgm:presLayoutVars/>
      </dgm:prSet>
      <dgm:spPr/>
    </dgm:pt>
    <dgm:pt modelId="{8F1F8BED-CF89-4085-9C44-B7DFD29E22DA}" type="pres">
      <dgm:prSet presAssocID="{0DF4DAFD-6491-4416-B6EB-D73E4F3DC20A}" presName="sibTrans" presStyleCnt="0"/>
      <dgm:spPr/>
    </dgm:pt>
    <dgm:pt modelId="{E51F58E3-CED4-478B-946A-ECC2574E8C55}" type="pres">
      <dgm:prSet presAssocID="{6E6679AC-AE63-442D-A01A-8C5249DB36A9}" presName="compNode" presStyleCnt="0"/>
      <dgm:spPr/>
    </dgm:pt>
    <dgm:pt modelId="{F7BB6E3E-1027-437E-A4A7-BD3DAA6A119E}" type="pres">
      <dgm:prSet presAssocID="{6E6679AC-AE63-442D-A01A-8C5249DB36A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 with solid fill"/>
        </a:ext>
      </dgm:extLst>
    </dgm:pt>
    <dgm:pt modelId="{E01557FD-3345-47A9-85FA-C3EFB882D55D}" type="pres">
      <dgm:prSet presAssocID="{6E6679AC-AE63-442D-A01A-8C5249DB36A9}" presName="iconSpace" presStyleCnt="0"/>
      <dgm:spPr/>
    </dgm:pt>
    <dgm:pt modelId="{3D97296D-3D73-4412-96AF-6BD484B33A4A}" type="pres">
      <dgm:prSet presAssocID="{6E6679AC-AE63-442D-A01A-8C5249DB36A9}" presName="parTx" presStyleLbl="revTx" presStyleIdx="2" presStyleCnt="6">
        <dgm:presLayoutVars>
          <dgm:chMax val="0"/>
          <dgm:chPref val="0"/>
        </dgm:presLayoutVars>
      </dgm:prSet>
      <dgm:spPr/>
    </dgm:pt>
    <dgm:pt modelId="{5EA3669A-ED55-41E2-96BF-12FC43D58390}" type="pres">
      <dgm:prSet presAssocID="{6E6679AC-AE63-442D-A01A-8C5249DB36A9}" presName="txSpace" presStyleCnt="0"/>
      <dgm:spPr/>
    </dgm:pt>
    <dgm:pt modelId="{43FE7421-EC31-4FCE-B4AD-1DE41076B626}" type="pres">
      <dgm:prSet presAssocID="{6E6679AC-AE63-442D-A01A-8C5249DB36A9}" presName="desTx" presStyleLbl="revTx" presStyleIdx="3" presStyleCnt="6">
        <dgm:presLayoutVars/>
      </dgm:prSet>
      <dgm:spPr/>
    </dgm:pt>
    <dgm:pt modelId="{8558ED93-9A46-44BC-AAAC-7807798589AC}" type="pres">
      <dgm:prSet presAssocID="{67ADB2A9-AC00-49B8-B26B-AF4608E3B8C1}" presName="sibTrans" presStyleCnt="0"/>
      <dgm:spPr/>
    </dgm:pt>
    <dgm:pt modelId="{4307B26F-903D-4E24-AA97-40B7E907C80F}" type="pres">
      <dgm:prSet presAssocID="{3D695BC0-D016-4C8D-808D-9D731C573F2E}" presName="compNode" presStyleCnt="0"/>
      <dgm:spPr/>
    </dgm:pt>
    <dgm:pt modelId="{B11A3E6B-A91C-4215-9717-E1EEFA18EE85}" type="pres">
      <dgm:prSet presAssocID="{3D695BC0-D016-4C8D-808D-9D731C573F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EFF41609-48C0-4C20-9FC3-842B095A244A}" type="pres">
      <dgm:prSet presAssocID="{3D695BC0-D016-4C8D-808D-9D731C573F2E}" presName="iconSpace" presStyleCnt="0"/>
      <dgm:spPr/>
    </dgm:pt>
    <dgm:pt modelId="{0F6542DE-213D-403E-8CC7-D89D0BC30CC4}" type="pres">
      <dgm:prSet presAssocID="{3D695BC0-D016-4C8D-808D-9D731C573F2E}" presName="parTx" presStyleLbl="revTx" presStyleIdx="4" presStyleCnt="6">
        <dgm:presLayoutVars>
          <dgm:chMax val="0"/>
          <dgm:chPref val="0"/>
        </dgm:presLayoutVars>
      </dgm:prSet>
      <dgm:spPr/>
    </dgm:pt>
    <dgm:pt modelId="{D51074B6-B3AA-451F-BDB1-56995B470D18}" type="pres">
      <dgm:prSet presAssocID="{3D695BC0-D016-4C8D-808D-9D731C573F2E}" presName="txSpace" presStyleCnt="0"/>
      <dgm:spPr/>
    </dgm:pt>
    <dgm:pt modelId="{7CD13E95-57D1-418B-8C77-09CC933F0907}" type="pres">
      <dgm:prSet presAssocID="{3D695BC0-D016-4C8D-808D-9D731C573F2E}" presName="desTx" presStyleLbl="revTx" presStyleIdx="5" presStyleCnt="6">
        <dgm:presLayoutVars/>
      </dgm:prSet>
      <dgm:spPr/>
    </dgm:pt>
  </dgm:ptLst>
  <dgm:cxnLst>
    <dgm:cxn modelId="{5E790405-41E4-4919-BAD1-28669242D080}" srcId="{6E6679AC-AE63-442D-A01A-8C5249DB36A9}" destId="{5121A157-3ED0-4D1C-8205-E12AF00CE27C}" srcOrd="2" destOrd="0" parTransId="{ACF8D01B-8B51-47D0-AEF0-AB2876396A5B}" sibTransId="{437A6F9E-CB51-4431-B95D-2E5D37A251AA}"/>
    <dgm:cxn modelId="{CED0BD13-9C93-423D-A669-ECE6D4E6E957}" type="presOf" srcId="{C6B3D6DC-A94A-4D73-87AF-62F8A7B4F253}" destId="{7B566C64-B717-48D8-A429-B28A7E3E7208}" srcOrd="0" destOrd="0" presId="urn:microsoft.com/office/officeart/2018/2/layout/IconLabelDescriptionList"/>
    <dgm:cxn modelId="{40C4251A-E8B7-42D9-A646-581BAE808665}" srcId="{6E6679AC-AE63-442D-A01A-8C5249DB36A9}" destId="{0267BCE2-E1D6-40E6-A110-989A2B9AC4C2}" srcOrd="0" destOrd="0" parTransId="{AF3F0818-9720-4FFB-90A8-1B86966F4EB6}" sibTransId="{5F3BA546-E51E-45D1-9D0C-10BB1EEC2DC1}"/>
    <dgm:cxn modelId="{CCCB921A-E7BD-4AA5-8697-650D1666CB95}" srcId="{C6B3D6DC-A94A-4D73-87AF-62F8A7B4F253}" destId="{3D695BC0-D016-4C8D-808D-9D731C573F2E}" srcOrd="2" destOrd="0" parTransId="{97C75200-DB4A-4929-97D6-65A4A1D26236}" sibTransId="{B982A738-1997-4A07-9EE9-9E0D68078F97}"/>
    <dgm:cxn modelId="{681E141E-13B8-488C-879E-769623AC8D87}" srcId="{6E6679AC-AE63-442D-A01A-8C5249DB36A9}" destId="{C9AF3C88-EA91-4B79-A029-1C112B037DAF}" srcOrd="1" destOrd="0" parTransId="{21696CEB-0D93-4913-9627-1FED759E8763}" sibTransId="{45A52321-F39B-4605-902D-EEBFC88791E3}"/>
    <dgm:cxn modelId="{EC005928-15A8-415B-8F90-3614D37887D3}" type="presOf" srcId="{59A2B571-65E4-4E07-AA11-EF147EA54864}" destId="{7CD13E95-57D1-418B-8C77-09CC933F0907}" srcOrd="0" destOrd="0" presId="urn:microsoft.com/office/officeart/2018/2/layout/IconLabelDescriptionList"/>
    <dgm:cxn modelId="{D5398B2A-6359-46DA-A0D3-691712063C3D}" type="presOf" srcId="{1556604D-9F91-4319-8259-F78228CC951A}" destId="{43FE7421-EC31-4FCE-B4AD-1DE41076B626}" srcOrd="0" destOrd="3" presId="urn:microsoft.com/office/officeart/2018/2/layout/IconLabelDescriptionList"/>
    <dgm:cxn modelId="{8E66825B-99C4-41B1-AD1E-51C9B8A060A3}" type="presOf" srcId="{7CE2BC22-7E34-4167-895E-811190D28119}" destId="{2F999D6E-6699-413F-9C31-3887F9CADEC5}" srcOrd="0" destOrd="0" presId="urn:microsoft.com/office/officeart/2018/2/layout/IconLabelDescriptionList"/>
    <dgm:cxn modelId="{A9993160-1CC8-4753-873D-0F487C1EAA59}" srcId="{E04A7C6F-C5FB-4D96-B005-F0EF58BCA217}" destId="{B1E74450-C467-41A7-BCA7-F232EA5BC711}" srcOrd="2" destOrd="0" parTransId="{0A2E319F-D874-4EA8-9651-004B6C4F7C38}" sibTransId="{5E0D56EF-DE2B-420B-80FB-5B5F7FBBAEC5}"/>
    <dgm:cxn modelId="{0ACA7042-0DC8-44D7-969D-6E18DA638187}" type="presOf" srcId="{E04A7C6F-C5FB-4D96-B005-F0EF58BCA217}" destId="{9507D208-0A7E-41BF-B4C1-7DB1DF3B4264}" srcOrd="0" destOrd="0" presId="urn:microsoft.com/office/officeart/2018/2/layout/IconLabelDescriptionList"/>
    <dgm:cxn modelId="{3769C44A-DC4D-40C4-9559-61A8CC2F6D06}" srcId="{6E6679AC-AE63-442D-A01A-8C5249DB36A9}" destId="{1556604D-9F91-4319-8259-F78228CC951A}" srcOrd="3" destOrd="0" parTransId="{34D46624-4579-452C-A39B-CFD0849D8DFA}" sibTransId="{6E2736BF-7FBB-42BC-BF00-73A811948E67}"/>
    <dgm:cxn modelId="{D001424B-1541-4B5D-A26B-B0D4FD77AE83}" type="presOf" srcId="{6E6679AC-AE63-442D-A01A-8C5249DB36A9}" destId="{3D97296D-3D73-4412-96AF-6BD484B33A4A}" srcOrd="0" destOrd="0" presId="urn:microsoft.com/office/officeart/2018/2/layout/IconLabelDescriptionList"/>
    <dgm:cxn modelId="{B4A3A755-25D0-42E5-9743-4FE55EC14065}" type="presOf" srcId="{AC39ACB1-0CAA-4034-932E-769710C45DEE}" destId="{2F999D6E-6699-413F-9C31-3887F9CADEC5}" srcOrd="0" destOrd="1" presId="urn:microsoft.com/office/officeart/2018/2/layout/IconLabelDescriptionList"/>
    <dgm:cxn modelId="{A4987156-3AD0-4C4E-90DB-B8489BDEF272}" type="presOf" srcId="{BC601AFC-4A00-4D56-B8DB-E266C2C9BF31}" destId="{7CD13E95-57D1-418B-8C77-09CC933F0907}" srcOrd="0" destOrd="1" presId="urn:microsoft.com/office/officeart/2018/2/layout/IconLabelDescriptionList"/>
    <dgm:cxn modelId="{691BF879-8221-4E21-8A6C-C807CF35BEE3}" type="presOf" srcId="{77ECF52F-5B36-4712-839D-D4EECE0C6FC5}" destId="{43FE7421-EC31-4FCE-B4AD-1DE41076B626}" srcOrd="0" destOrd="4" presId="urn:microsoft.com/office/officeart/2018/2/layout/IconLabelDescriptionList"/>
    <dgm:cxn modelId="{E7240484-86A2-4FB3-A1D7-D37891932065}" srcId="{E04A7C6F-C5FB-4D96-B005-F0EF58BCA217}" destId="{AC39ACB1-0CAA-4034-932E-769710C45DEE}" srcOrd="1" destOrd="0" parTransId="{4E6CB33E-4073-4254-8D00-1D1FD724C6A7}" sibTransId="{E4C1DE66-2E9B-48F3-8169-F8361EE9CFA2}"/>
    <dgm:cxn modelId="{27D52384-1F9B-4A12-A2FD-29D1CC76ED9D}" type="presOf" srcId="{5121A157-3ED0-4D1C-8205-E12AF00CE27C}" destId="{43FE7421-EC31-4FCE-B4AD-1DE41076B626}" srcOrd="0" destOrd="2" presId="urn:microsoft.com/office/officeart/2018/2/layout/IconLabelDescriptionList"/>
    <dgm:cxn modelId="{C72ADE88-F662-4755-94EA-F7BA292E1453}" srcId="{3D695BC0-D016-4C8D-808D-9D731C573F2E}" destId="{CFDB97A9-C96A-4352-8B28-20A1E77E4A1E}" srcOrd="2" destOrd="0" parTransId="{B67D0810-E017-42C0-AD47-87386B6121D3}" sibTransId="{F466D356-1F8D-4FC2-9A6C-F5CEEADDAC7B}"/>
    <dgm:cxn modelId="{A404328A-4EEC-4267-9EEF-309064CA06BE}" srcId="{C6B3D6DC-A94A-4D73-87AF-62F8A7B4F253}" destId="{6E6679AC-AE63-442D-A01A-8C5249DB36A9}" srcOrd="1" destOrd="0" parTransId="{B8DB7027-3F5B-4CE2-A79C-3F1314BCFABA}" sibTransId="{67ADB2A9-AC00-49B8-B26B-AF4608E3B8C1}"/>
    <dgm:cxn modelId="{6D3E9591-528D-4D07-9168-D8CF28E0ADDB}" type="presOf" srcId="{0267BCE2-E1D6-40E6-A110-989A2B9AC4C2}" destId="{43FE7421-EC31-4FCE-B4AD-1DE41076B626}" srcOrd="0" destOrd="0" presId="urn:microsoft.com/office/officeart/2018/2/layout/IconLabelDescriptionList"/>
    <dgm:cxn modelId="{044A6F92-A7E0-4059-A57A-1D1800D4FC37}" type="presOf" srcId="{CFDB97A9-C96A-4352-8B28-20A1E77E4A1E}" destId="{7CD13E95-57D1-418B-8C77-09CC933F0907}" srcOrd="0" destOrd="2" presId="urn:microsoft.com/office/officeart/2018/2/layout/IconLabelDescriptionList"/>
    <dgm:cxn modelId="{10F2BA9E-2D8B-4BE1-89F4-A096FC3961EC}" type="presOf" srcId="{B1E74450-C467-41A7-BCA7-F232EA5BC711}" destId="{2F999D6E-6699-413F-9C31-3887F9CADEC5}" srcOrd="0" destOrd="2" presId="urn:microsoft.com/office/officeart/2018/2/layout/IconLabelDescriptionList"/>
    <dgm:cxn modelId="{26B101A9-4C95-4783-B35F-30F37ED01A01}" srcId="{3D695BC0-D016-4C8D-808D-9D731C573F2E}" destId="{BC601AFC-4A00-4D56-B8DB-E266C2C9BF31}" srcOrd="1" destOrd="0" parTransId="{A0FFD1AC-72D3-43DA-99C0-3430D1FEC1C9}" sibTransId="{FC0BD992-3E63-439F-BFD3-75D54FBD02F1}"/>
    <dgm:cxn modelId="{49268BAF-2D89-4E15-AF97-9A540F516B25}" type="presOf" srcId="{3D695BC0-D016-4C8D-808D-9D731C573F2E}" destId="{0F6542DE-213D-403E-8CC7-D89D0BC30CC4}" srcOrd="0" destOrd="0" presId="urn:microsoft.com/office/officeart/2018/2/layout/IconLabelDescriptionList"/>
    <dgm:cxn modelId="{EE65ADBE-394C-4C59-9277-C5DB9C02E18F}" srcId="{3D695BC0-D016-4C8D-808D-9D731C573F2E}" destId="{59A2B571-65E4-4E07-AA11-EF147EA54864}" srcOrd="0" destOrd="0" parTransId="{E1F93317-25BA-4290-A20B-D7AC5CEE783B}" sibTransId="{D55A02C2-910A-4073-B9D9-485620D4B1CE}"/>
    <dgm:cxn modelId="{B5DA90CD-338E-45CA-9E75-88951205543D}" srcId="{E04A7C6F-C5FB-4D96-B005-F0EF58BCA217}" destId="{7CE2BC22-7E34-4167-895E-811190D28119}" srcOrd="0" destOrd="0" parTransId="{520E8B91-CAD0-4CB1-9C83-E5D002B2A6A3}" sibTransId="{A1028178-43E0-4EFA-AAED-CF0518D7462D}"/>
    <dgm:cxn modelId="{C59AC0EC-7F02-478B-ADFF-6A85DB86C3C1}" type="presOf" srcId="{C9AF3C88-EA91-4B79-A029-1C112B037DAF}" destId="{43FE7421-EC31-4FCE-B4AD-1DE41076B626}" srcOrd="0" destOrd="1" presId="urn:microsoft.com/office/officeart/2018/2/layout/IconLabelDescriptionList"/>
    <dgm:cxn modelId="{7C99CAF8-5DE8-46EF-B51A-6EF3394BC31F}" srcId="{6E6679AC-AE63-442D-A01A-8C5249DB36A9}" destId="{77ECF52F-5B36-4712-839D-D4EECE0C6FC5}" srcOrd="4" destOrd="0" parTransId="{0CA0D4F3-5CC6-4250-A746-70B0DD805D1E}" sibTransId="{2F8C2197-EB6F-4233-8082-D5EA8BE59E83}"/>
    <dgm:cxn modelId="{0F0CCBF9-23C9-4120-85CF-DCE955AD5A35}" srcId="{C6B3D6DC-A94A-4D73-87AF-62F8A7B4F253}" destId="{E04A7C6F-C5FB-4D96-B005-F0EF58BCA217}" srcOrd="0" destOrd="0" parTransId="{987C536D-65A0-401D-AAD4-CDE160D6133D}" sibTransId="{0DF4DAFD-6491-4416-B6EB-D73E4F3DC20A}"/>
    <dgm:cxn modelId="{A51B5F99-3365-42CF-A3FF-B44E158B731B}" type="presParOf" srcId="{7B566C64-B717-48D8-A429-B28A7E3E7208}" destId="{69DBC0E2-48F6-4FDC-8D22-60C0EFED3FD0}" srcOrd="0" destOrd="0" presId="urn:microsoft.com/office/officeart/2018/2/layout/IconLabelDescriptionList"/>
    <dgm:cxn modelId="{5BF0FF69-DBEC-4101-934D-354E7DC2A1A2}" type="presParOf" srcId="{69DBC0E2-48F6-4FDC-8D22-60C0EFED3FD0}" destId="{FE910BE2-BC7E-4727-8167-323AFDCDFD35}" srcOrd="0" destOrd="0" presId="urn:microsoft.com/office/officeart/2018/2/layout/IconLabelDescriptionList"/>
    <dgm:cxn modelId="{FB644442-CCBA-4211-B3EA-F962AE357496}" type="presParOf" srcId="{69DBC0E2-48F6-4FDC-8D22-60C0EFED3FD0}" destId="{212FB963-AA07-4722-AB66-5E17942A9912}" srcOrd="1" destOrd="0" presId="urn:microsoft.com/office/officeart/2018/2/layout/IconLabelDescriptionList"/>
    <dgm:cxn modelId="{54B37396-5EC0-4693-BBF1-B0B094E638A6}" type="presParOf" srcId="{69DBC0E2-48F6-4FDC-8D22-60C0EFED3FD0}" destId="{9507D208-0A7E-41BF-B4C1-7DB1DF3B4264}" srcOrd="2" destOrd="0" presId="urn:microsoft.com/office/officeart/2018/2/layout/IconLabelDescriptionList"/>
    <dgm:cxn modelId="{3923460A-4887-4E56-BCC6-252EB43A3333}" type="presParOf" srcId="{69DBC0E2-48F6-4FDC-8D22-60C0EFED3FD0}" destId="{1381BB6F-1BFC-403C-AA2E-E0174F6F73D0}" srcOrd="3" destOrd="0" presId="urn:microsoft.com/office/officeart/2018/2/layout/IconLabelDescriptionList"/>
    <dgm:cxn modelId="{7A0CC0A3-6F5C-45C6-8E3A-1369DAAF4AC4}" type="presParOf" srcId="{69DBC0E2-48F6-4FDC-8D22-60C0EFED3FD0}" destId="{2F999D6E-6699-413F-9C31-3887F9CADEC5}" srcOrd="4" destOrd="0" presId="urn:microsoft.com/office/officeart/2018/2/layout/IconLabelDescriptionList"/>
    <dgm:cxn modelId="{0AEA1C20-589C-4A22-8AF3-B9B8C1AEF7A9}" type="presParOf" srcId="{7B566C64-B717-48D8-A429-B28A7E3E7208}" destId="{8F1F8BED-CF89-4085-9C44-B7DFD29E22DA}" srcOrd="1" destOrd="0" presId="urn:microsoft.com/office/officeart/2018/2/layout/IconLabelDescriptionList"/>
    <dgm:cxn modelId="{1B19CA2D-06B2-47D4-800F-C8A2E498E7C2}" type="presParOf" srcId="{7B566C64-B717-48D8-A429-B28A7E3E7208}" destId="{E51F58E3-CED4-478B-946A-ECC2574E8C55}" srcOrd="2" destOrd="0" presId="urn:microsoft.com/office/officeart/2018/2/layout/IconLabelDescriptionList"/>
    <dgm:cxn modelId="{25C79E85-E681-474E-BC21-14BC6729B5B1}" type="presParOf" srcId="{E51F58E3-CED4-478B-946A-ECC2574E8C55}" destId="{F7BB6E3E-1027-437E-A4A7-BD3DAA6A119E}" srcOrd="0" destOrd="0" presId="urn:microsoft.com/office/officeart/2018/2/layout/IconLabelDescriptionList"/>
    <dgm:cxn modelId="{36A29A47-1677-4B39-AEFA-A13BAC2D7EA9}" type="presParOf" srcId="{E51F58E3-CED4-478B-946A-ECC2574E8C55}" destId="{E01557FD-3345-47A9-85FA-C3EFB882D55D}" srcOrd="1" destOrd="0" presId="urn:microsoft.com/office/officeart/2018/2/layout/IconLabelDescriptionList"/>
    <dgm:cxn modelId="{6542E8C7-2761-4E6F-8187-2E18A688B275}" type="presParOf" srcId="{E51F58E3-CED4-478B-946A-ECC2574E8C55}" destId="{3D97296D-3D73-4412-96AF-6BD484B33A4A}" srcOrd="2" destOrd="0" presId="urn:microsoft.com/office/officeart/2018/2/layout/IconLabelDescriptionList"/>
    <dgm:cxn modelId="{9B318D11-555F-45B0-9ED4-FBF500EAA477}" type="presParOf" srcId="{E51F58E3-CED4-478B-946A-ECC2574E8C55}" destId="{5EA3669A-ED55-41E2-96BF-12FC43D58390}" srcOrd="3" destOrd="0" presId="urn:microsoft.com/office/officeart/2018/2/layout/IconLabelDescriptionList"/>
    <dgm:cxn modelId="{E5EB6417-7A11-41AA-9E2F-FB80589B32BE}" type="presParOf" srcId="{E51F58E3-CED4-478B-946A-ECC2574E8C55}" destId="{43FE7421-EC31-4FCE-B4AD-1DE41076B626}" srcOrd="4" destOrd="0" presId="urn:microsoft.com/office/officeart/2018/2/layout/IconLabelDescriptionList"/>
    <dgm:cxn modelId="{188F3A98-DD38-4A11-88C6-7480EEFFB58F}" type="presParOf" srcId="{7B566C64-B717-48D8-A429-B28A7E3E7208}" destId="{8558ED93-9A46-44BC-AAAC-7807798589AC}" srcOrd="3" destOrd="0" presId="urn:microsoft.com/office/officeart/2018/2/layout/IconLabelDescriptionList"/>
    <dgm:cxn modelId="{F809CE67-2769-49F9-894E-67442FC90351}" type="presParOf" srcId="{7B566C64-B717-48D8-A429-B28A7E3E7208}" destId="{4307B26F-903D-4E24-AA97-40B7E907C80F}" srcOrd="4" destOrd="0" presId="urn:microsoft.com/office/officeart/2018/2/layout/IconLabelDescriptionList"/>
    <dgm:cxn modelId="{95AE03C7-F9BF-4B3F-83F1-468381F18D3A}" type="presParOf" srcId="{4307B26F-903D-4E24-AA97-40B7E907C80F}" destId="{B11A3E6B-A91C-4215-9717-E1EEFA18EE85}" srcOrd="0" destOrd="0" presId="urn:microsoft.com/office/officeart/2018/2/layout/IconLabelDescriptionList"/>
    <dgm:cxn modelId="{EEA51659-54B0-492E-96AA-89A1698E6628}" type="presParOf" srcId="{4307B26F-903D-4E24-AA97-40B7E907C80F}" destId="{EFF41609-48C0-4C20-9FC3-842B095A244A}" srcOrd="1" destOrd="0" presId="urn:microsoft.com/office/officeart/2018/2/layout/IconLabelDescriptionList"/>
    <dgm:cxn modelId="{61D964B5-BF03-4302-8217-40BED5C4C330}" type="presParOf" srcId="{4307B26F-903D-4E24-AA97-40B7E907C80F}" destId="{0F6542DE-213D-403E-8CC7-D89D0BC30CC4}" srcOrd="2" destOrd="0" presId="urn:microsoft.com/office/officeart/2018/2/layout/IconLabelDescriptionList"/>
    <dgm:cxn modelId="{52A08DD1-803A-441D-97B3-6150545D854C}" type="presParOf" srcId="{4307B26F-903D-4E24-AA97-40B7E907C80F}" destId="{D51074B6-B3AA-451F-BDB1-56995B470D18}" srcOrd="3" destOrd="0" presId="urn:microsoft.com/office/officeart/2018/2/layout/IconLabelDescriptionList"/>
    <dgm:cxn modelId="{8E69DF6B-D35B-4D83-A914-B3CE71317A50}" type="presParOf" srcId="{4307B26F-903D-4E24-AA97-40B7E907C80F}" destId="{7CD13E95-57D1-418B-8C77-09CC933F090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10B9C7-5CCB-40FE-9127-F5717D9D8339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8C88EB-8724-45C8-974F-99358216BC67}">
      <dgm:prSet/>
      <dgm:spPr/>
      <dgm:t>
        <a:bodyPr/>
        <a:lstStyle/>
        <a:p>
          <a:r>
            <a:rPr lang="en-US" dirty="0"/>
            <a:t>Defined Objectives</a:t>
          </a:r>
        </a:p>
      </dgm:t>
    </dgm:pt>
    <dgm:pt modelId="{A8CEF055-3981-42BD-A62F-AC7B9F56AD72}" type="parTrans" cxnId="{D7DF0DE6-270D-4EAB-8F54-342FFA354E2B}">
      <dgm:prSet/>
      <dgm:spPr/>
      <dgm:t>
        <a:bodyPr/>
        <a:lstStyle/>
        <a:p>
          <a:endParaRPr lang="en-US"/>
        </a:p>
      </dgm:t>
    </dgm:pt>
    <dgm:pt modelId="{47A78B6D-97B5-44C9-8F11-80522010B03E}" type="sibTrans" cxnId="{D7DF0DE6-270D-4EAB-8F54-342FFA354E2B}">
      <dgm:prSet/>
      <dgm:spPr/>
      <dgm:t>
        <a:bodyPr/>
        <a:lstStyle/>
        <a:p>
          <a:endParaRPr lang="en-US"/>
        </a:p>
      </dgm:t>
    </dgm:pt>
    <dgm:pt modelId="{9090A7C2-F2D4-4FB7-BB20-85644535B3D8}">
      <dgm:prSet/>
      <dgm:spPr/>
      <dgm:t>
        <a:bodyPr/>
        <a:lstStyle/>
        <a:p>
          <a:r>
            <a:rPr lang="en-US"/>
            <a:t>Inventory management and barcode scanner functionality </a:t>
          </a:r>
        </a:p>
      </dgm:t>
    </dgm:pt>
    <dgm:pt modelId="{B35E25BF-760C-4A23-973A-8FB952AA36ED}" type="parTrans" cxnId="{9BD0A21E-275C-4642-949A-FDA9FD5A3F00}">
      <dgm:prSet/>
      <dgm:spPr/>
      <dgm:t>
        <a:bodyPr/>
        <a:lstStyle/>
        <a:p>
          <a:endParaRPr lang="en-US"/>
        </a:p>
      </dgm:t>
    </dgm:pt>
    <dgm:pt modelId="{734683E7-019E-4F2F-839A-F7C1509D30F5}" type="sibTrans" cxnId="{9BD0A21E-275C-4642-949A-FDA9FD5A3F00}">
      <dgm:prSet/>
      <dgm:spPr/>
      <dgm:t>
        <a:bodyPr/>
        <a:lstStyle/>
        <a:p>
          <a:endParaRPr lang="en-US"/>
        </a:p>
      </dgm:t>
    </dgm:pt>
    <dgm:pt modelId="{DBFAC359-3BFF-4C08-9762-B10C2013C3C1}">
      <dgm:prSet/>
      <dgm:spPr/>
      <dgm:t>
        <a:bodyPr/>
        <a:lstStyle/>
        <a:p>
          <a:r>
            <a:rPr lang="en-US"/>
            <a:t>Testing with locally-hosted website mockup </a:t>
          </a:r>
        </a:p>
      </dgm:t>
    </dgm:pt>
    <dgm:pt modelId="{D114336F-E87D-4920-8DB0-E7B20256DA8B}" type="parTrans" cxnId="{109561E1-83BE-49FF-B1A0-9AC4B6B08A18}">
      <dgm:prSet/>
      <dgm:spPr/>
      <dgm:t>
        <a:bodyPr/>
        <a:lstStyle/>
        <a:p>
          <a:endParaRPr lang="en-US"/>
        </a:p>
      </dgm:t>
    </dgm:pt>
    <dgm:pt modelId="{4693D01F-64EB-4DE9-8CCC-D6B1DED36BA0}" type="sibTrans" cxnId="{109561E1-83BE-49FF-B1A0-9AC4B6B08A18}">
      <dgm:prSet/>
      <dgm:spPr/>
      <dgm:t>
        <a:bodyPr/>
        <a:lstStyle/>
        <a:p>
          <a:endParaRPr lang="en-US"/>
        </a:p>
      </dgm:t>
    </dgm:pt>
    <dgm:pt modelId="{753DF9AC-485D-451E-BC6C-BF3B25B99918}">
      <dgm:prSet/>
      <dgm:spPr/>
      <dgm:t>
        <a:bodyPr/>
        <a:lstStyle/>
        <a:p>
          <a:r>
            <a:rPr lang="en-US"/>
            <a:t>Receive client feedback </a:t>
          </a:r>
        </a:p>
      </dgm:t>
    </dgm:pt>
    <dgm:pt modelId="{24DA7DB6-66C4-4659-A560-6B7A7A3ADC73}" type="parTrans" cxnId="{CC2BF2A9-2738-4945-8142-EFEF035BFACC}">
      <dgm:prSet/>
      <dgm:spPr/>
      <dgm:t>
        <a:bodyPr/>
        <a:lstStyle/>
        <a:p>
          <a:endParaRPr lang="en-US"/>
        </a:p>
      </dgm:t>
    </dgm:pt>
    <dgm:pt modelId="{E6F8147F-6E6D-416A-9681-3A5AD7C512CD}" type="sibTrans" cxnId="{CC2BF2A9-2738-4945-8142-EFEF035BFACC}">
      <dgm:prSet/>
      <dgm:spPr/>
      <dgm:t>
        <a:bodyPr/>
        <a:lstStyle/>
        <a:p>
          <a:endParaRPr lang="en-US"/>
        </a:p>
      </dgm:t>
    </dgm:pt>
    <dgm:pt modelId="{CD1789FA-4FF1-4A0D-AFAF-6E2D28ED1C02}">
      <dgm:prSet/>
      <dgm:spPr/>
      <dgm:t>
        <a:bodyPr/>
        <a:lstStyle/>
        <a:p>
          <a:r>
            <a:rPr lang="en-US"/>
            <a:t>Key Goals and Rationale</a:t>
          </a:r>
        </a:p>
      </dgm:t>
    </dgm:pt>
    <dgm:pt modelId="{4626EF64-5B7E-4D4C-877F-11828D4F5DB6}" type="parTrans" cxnId="{13835719-F319-4315-86C0-5D6229CC3F93}">
      <dgm:prSet/>
      <dgm:spPr/>
      <dgm:t>
        <a:bodyPr/>
        <a:lstStyle/>
        <a:p>
          <a:endParaRPr lang="en-US"/>
        </a:p>
      </dgm:t>
    </dgm:pt>
    <dgm:pt modelId="{DE356939-ACE4-4810-B527-5FD57A5C9100}" type="sibTrans" cxnId="{13835719-F319-4315-86C0-5D6229CC3F93}">
      <dgm:prSet/>
      <dgm:spPr/>
      <dgm:t>
        <a:bodyPr/>
        <a:lstStyle/>
        <a:p>
          <a:endParaRPr lang="en-US"/>
        </a:p>
      </dgm:t>
    </dgm:pt>
    <dgm:pt modelId="{243B5E30-1EB4-48ED-8FE2-57F3B2890477}">
      <dgm:prSet/>
      <dgm:spPr/>
      <dgm:t>
        <a:bodyPr/>
        <a:lstStyle/>
        <a:p>
          <a:r>
            <a:rPr lang="en-US"/>
            <a:t>Barcode scanning and inventory database and UI up and running</a:t>
          </a:r>
        </a:p>
      </dgm:t>
    </dgm:pt>
    <dgm:pt modelId="{4442EF07-896D-49B6-B723-75D1CC43FE31}" type="parTrans" cxnId="{4C85E52F-B461-400D-A01C-23F634A28B8C}">
      <dgm:prSet/>
      <dgm:spPr/>
      <dgm:t>
        <a:bodyPr/>
        <a:lstStyle/>
        <a:p>
          <a:endParaRPr lang="en-US"/>
        </a:p>
      </dgm:t>
    </dgm:pt>
    <dgm:pt modelId="{CA379BAA-9444-46A1-8468-318D90B4CB0E}" type="sibTrans" cxnId="{4C85E52F-B461-400D-A01C-23F634A28B8C}">
      <dgm:prSet/>
      <dgm:spPr/>
      <dgm:t>
        <a:bodyPr/>
        <a:lstStyle/>
        <a:p>
          <a:endParaRPr lang="en-US"/>
        </a:p>
      </dgm:t>
    </dgm:pt>
    <dgm:pt modelId="{7ECB9559-214A-489E-922C-3FEF2144B9D6}">
      <dgm:prSet/>
      <dgm:spPr/>
      <dgm:t>
        <a:bodyPr/>
        <a:lstStyle/>
        <a:p>
          <a:r>
            <a:rPr lang="en-US"/>
            <a:t>Full stack mock-up in Java that can be integrated with WordPress or HTML UI</a:t>
          </a:r>
        </a:p>
      </dgm:t>
    </dgm:pt>
    <dgm:pt modelId="{D30B875A-69DD-4011-93AE-8FA523C6142F}" type="parTrans" cxnId="{1543BBBA-C21C-4D2F-97E5-0722E96700DB}">
      <dgm:prSet/>
      <dgm:spPr/>
      <dgm:t>
        <a:bodyPr/>
        <a:lstStyle/>
        <a:p>
          <a:endParaRPr lang="en-US"/>
        </a:p>
      </dgm:t>
    </dgm:pt>
    <dgm:pt modelId="{A0645CF6-AA9F-4045-83CA-C8D2F0D185CA}" type="sibTrans" cxnId="{1543BBBA-C21C-4D2F-97E5-0722E96700DB}">
      <dgm:prSet/>
      <dgm:spPr/>
      <dgm:t>
        <a:bodyPr/>
        <a:lstStyle/>
        <a:p>
          <a:endParaRPr lang="en-US"/>
        </a:p>
      </dgm:t>
    </dgm:pt>
    <dgm:pt modelId="{F6E715AA-B829-456C-9AB0-A899BEB659C0}">
      <dgm:prSet/>
      <dgm:spPr/>
      <dgm:t>
        <a:bodyPr/>
        <a:lstStyle/>
        <a:p>
          <a:r>
            <a:rPr lang="en-US"/>
            <a:t>Connection to Overall Vision</a:t>
          </a:r>
        </a:p>
      </dgm:t>
    </dgm:pt>
    <dgm:pt modelId="{1A222694-8D84-4A73-8ECE-2D12FEE951AD}" type="parTrans" cxnId="{B5FAB334-312A-413D-8390-928F3338E623}">
      <dgm:prSet/>
      <dgm:spPr/>
      <dgm:t>
        <a:bodyPr/>
        <a:lstStyle/>
        <a:p>
          <a:endParaRPr lang="en-US"/>
        </a:p>
      </dgm:t>
    </dgm:pt>
    <dgm:pt modelId="{76F35D31-5E7E-4FF4-B8A6-22DBC943BED5}" type="sibTrans" cxnId="{B5FAB334-312A-413D-8390-928F3338E623}">
      <dgm:prSet/>
      <dgm:spPr/>
      <dgm:t>
        <a:bodyPr/>
        <a:lstStyle/>
        <a:p>
          <a:endParaRPr lang="en-US"/>
        </a:p>
      </dgm:t>
    </dgm:pt>
    <dgm:pt modelId="{E707094F-1791-4FE4-9D12-77E5714DDBED}">
      <dgm:prSet/>
      <dgm:spPr/>
      <dgm:t>
        <a:bodyPr/>
        <a:lstStyle/>
        <a:p>
          <a:r>
            <a:rPr lang="en-US"/>
            <a:t>Setting up the program to be useable on terminal or web-based hosting</a:t>
          </a:r>
        </a:p>
      </dgm:t>
    </dgm:pt>
    <dgm:pt modelId="{A77EE28B-96E3-4FC2-A272-2A02686FE4C8}" type="parTrans" cxnId="{4641537E-637C-4BB1-BB00-EC096F5CFA16}">
      <dgm:prSet/>
      <dgm:spPr/>
      <dgm:t>
        <a:bodyPr/>
        <a:lstStyle/>
        <a:p>
          <a:endParaRPr lang="en-US"/>
        </a:p>
      </dgm:t>
    </dgm:pt>
    <dgm:pt modelId="{9D082176-E544-458E-8D63-C2E03F6361C4}" type="sibTrans" cxnId="{4641537E-637C-4BB1-BB00-EC096F5CFA16}">
      <dgm:prSet/>
      <dgm:spPr/>
      <dgm:t>
        <a:bodyPr/>
        <a:lstStyle/>
        <a:p>
          <a:endParaRPr lang="en-US"/>
        </a:p>
      </dgm:t>
    </dgm:pt>
    <dgm:pt modelId="{06147DE4-833C-4EC9-8D26-CFDECC8623AE}">
      <dgm:prSet/>
      <dgm:spPr/>
      <dgm:t>
        <a:bodyPr/>
        <a:lstStyle/>
        <a:p>
          <a:r>
            <a:rPr lang="en-US"/>
            <a:t>Getting the barcode scanner working and connected to the database</a:t>
          </a:r>
        </a:p>
      </dgm:t>
    </dgm:pt>
    <dgm:pt modelId="{7428C47F-F8DA-4412-8863-C82BCA8ABBEA}" type="parTrans" cxnId="{0FCCDC1D-612A-4D68-90DB-7F4EB2E70393}">
      <dgm:prSet/>
      <dgm:spPr/>
      <dgm:t>
        <a:bodyPr/>
        <a:lstStyle/>
        <a:p>
          <a:endParaRPr lang="en-US"/>
        </a:p>
      </dgm:t>
    </dgm:pt>
    <dgm:pt modelId="{BBE41CBD-FF3A-4726-B4A0-A5A1FEDF13F8}" type="sibTrans" cxnId="{0FCCDC1D-612A-4D68-90DB-7F4EB2E70393}">
      <dgm:prSet/>
      <dgm:spPr/>
      <dgm:t>
        <a:bodyPr/>
        <a:lstStyle/>
        <a:p>
          <a:endParaRPr lang="en-US"/>
        </a:p>
      </dgm:t>
    </dgm:pt>
    <dgm:pt modelId="{4808BC5E-0EAC-4C65-9150-11B7C1236952}">
      <dgm:prSet/>
      <dgm:spPr/>
      <dgm:t>
        <a:bodyPr/>
        <a:lstStyle/>
        <a:p>
          <a:r>
            <a:rPr lang="en-US"/>
            <a:t>Providing UI interface for testing and interaction</a:t>
          </a:r>
        </a:p>
      </dgm:t>
    </dgm:pt>
    <dgm:pt modelId="{AF407C71-263E-434C-8D74-B998866CEDED}" type="parTrans" cxnId="{42C25A0E-7C6A-4E07-8387-10AAD62B6027}">
      <dgm:prSet/>
      <dgm:spPr/>
      <dgm:t>
        <a:bodyPr/>
        <a:lstStyle/>
        <a:p>
          <a:endParaRPr lang="en-US"/>
        </a:p>
      </dgm:t>
    </dgm:pt>
    <dgm:pt modelId="{CD0D4430-CB2E-42D4-9EAB-41BC37ED2D83}" type="sibTrans" cxnId="{42C25A0E-7C6A-4E07-8387-10AAD62B6027}">
      <dgm:prSet/>
      <dgm:spPr/>
      <dgm:t>
        <a:bodyPr/>
        <a:lstStyle/>
        <a:p>
          <a:endParaRPr lang="en-US"/>
        </a:p>
      </dgm:t>
    </dgm:pt>
    <dgm:pt modelId="{3DD01419-BA4C-4834-AE14-429E230788D5}" type="pres">
      <dgm:prSet presAssocID="{DD10B9C7-5CCB-40FE-9127-F5717D9D8339}" presName="linear" presStyleCnt="0">
        <dgm:presLayoutVars>
          <dgm:dir/>
          <dgm:animLvl val="lvl"/>
          <dgm:resizeHandles val="exact"/>
        </dgm:presLayoutVars>
      </dgm:prSet>
      <dgm:spPr/>
    </dgm:pt>
    <dgm:pt modelId="{29083600-26DD-4C23-AC8F-B10E3F1944FF}" type="pres">
      <dgm:prSet presAssocID="{578C88EB-8724-45C8-974F-99358216BC67}" presName="parentLin" presStyleCnt="0"/>
      <dgm:spPr/>
    </dgm:pt>
    <dgm:pt modelId="{A8B0E47E-9EAB-4037-BD99-52746D2BF4DF}" type="pres">
      <dgm:prSet presAssocID="{578C88EB-8724-45C8-974F-99358216BC67}" presName="parentLeftMargin" presStyleLbl="node1" presStyleIdx="0" presStyleCnt="3"/>
      <dgm:spPr/>
    </dgm:pt>
    <dgm:pt modelId="{5F04156C-045D-4B0F-85AA-338090E728F3}" type="pres">
      <dgm:prSet presAssocID="{578C88EB-8724-45C8-974F-99358216BC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5739303-2D90-47ED-8694-7A8189C85E66}" type="pres">
      <dgm:prSet presAssocID="{578C88EB-8724-45C8-974F-99358216BC67}" presName="negativeSpace" presStyleCnt="0"/>
      <dgm:spPr/>
    </dgm:pt>
    <dgm:pt modelId="{CA907114-F955-430E-8EF9-AA808C1ACC6C}" type="pres">
      <dgm:prSet presAssocID="{578C88EB-8724-45C8-974F-99358216BC67}" presName="childText" presStyleLbl="conFgAcc1" presStyleIdx="0" presStyleCnt="3">
        <dgm:presLayoutVars>
          <dgm:bulletEnabled val="1"/>
        </dgm:presLayoutVars>
      </dgm:prSet>
      <dgm:spPr/>
    </dgm:pt>
    <dgm:pt modelId="{68A7F2A0-C85D-4D54-AC06-37620C70B1CE}" type="pres">
      <dgm:prSet presAssocID="{47A78B6D-97B5-44C9-8F11-80522010B03E}" presName="spaceBetweenRectangles" presStyleCnt="0"/>
      <dgm:spPr/>
    </dgm:pt>
    <dgm:pt modelId="{569219B0-B9E1-4579-AB29-D8A82DE87A0F}" type="pres">
      <dgm:prSet presAssocID="{CD1789FA-4FF1-4A0D-AFAF-6E2D28ED1C02}" presName="parentLin" presStyleCnt="0"/>
      <dgm:spPr/>
    </dgm:pt>
    <dgm:pt modelId="{EE30D39A-E5FF-4B73-8E15-C445E4404EC6}" type="pres">
      <dgm:prSet presAssocID="{CD1789FA-4FF1-4A0D-AFAF-6E2D28ED1C02}" presName="parentLeftMargin" presStyleLbl="node1" presStyleIdx="0" presStyleCnt="3"/>
      <dgm:spPr/>
    </dgm:pt>
    <dgm:pt modelId="{A870CDCF-AB5A-49D2-980C-D4F49C510AD9}" type="pres">
      <dgm:prSet presAssocID="{CD1789FA-4FF1-4A0D-AFAF-6E2D28ED1C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9AF1A4-B52A-4361-B54B-1D5826B392FD}" type="pres">
      <dgm:prSet presAssocID="{CD1789FA-4FF1-4A0D-AFAF-6E2D28ED1C02}" presName="negativeSpace" presStyleCnt="0"/>
      <dgm:spPr/>
    </dgm:pt>
    <dgm:pt modelId="{C0F9B892-676B-4606-A09A-799D07FA0BA9}" type="pres">
      <dgm:prSet presAssocID="{CD1789FA-4FF1-4A0D-AFAF-6E2D28ED1C02}" presName="childText" presStyleLbl="conFgAcc1" presStyleIdx="1" presStyleCnt="3">
        <dgm:presLayoutVars>
          <dgm:bulletEnabled val="1"/>
        </dgm:presLayoutVars>
      </dgm:prSet>
      <dgm:spPr/>
    </dgm:pt>
    <dgm:pt modelId="{6AAAEC5F-1BC1-4E91-8B7C-E1B0A5E6F2DA}" type="pres">
      <dgm:prSet presAssocID="{DE356939-ACE4-4810-B527-5FD57A5C9100}" presName="spaceBetweenRectangles" presStyleCnt="0"/>
      <dgm:spPr/>
    </dgm:pt>
    <dgm:pt modelId="{7E6C6542-6858-448B-826F-14349C951852}" type="pres">
      <dgm:prSet presAssocID="{F6E715AA-B829-456C-9AB0-A899BEB659C0}" presName="parentLin" presStyleCnt="0"/>
      <dgm:spPr/>
    </dgm:pt>
    <dgm:pt modelId="{38319B17-70DE-47CD-A170-83D168606B56}" type="pres">
      <dgm:prSet presAssocID="{F6E715AA-B829-456C-9AB0-A899BEB659C0}" presName="parentLeftMargin" presStyleLbl="node1" presStyleIdx="1" presStyleCnt="3"/>
      <dgm:spPr/>
    </dgm:pt>
    <dgm:pt modelId="{B87E140E-5945-48DE-AAEB-AAE063B1D027}" type="pres">
      <dgm:prSet presAssocID="{F6E715AA-B829-456C-9AB0-A899BEB659C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E99D419-2494-4870-A359-DDA96C268465}" type="pres">
      <dgm:prSet presAssocID="{F6E715AA-B829-456C-9AB0-A899BEB659C0}" presName="negativeSpace" presStyleCnt="0"/>
      <dgm:spPr/>
    </dgm:pt>
    <dgm:pt modelId="{99E4EB40-28FE-4F54-8761-B6E5EAA9A63D}" type="pres">
      <dgm:prSet presAssocID="{F6E715AA-B829-456C-9AB0-A899BEB659C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0A23501-CC3C-4421-9780-7E9C1A1DC063}" type="presOf" srcId="{4808BC5E-0EAC-4C65-9150-11B7C1236952}" destId="{99E4EB40-28FE-4F54-8761-B6E5EAA9A63D}" srcOrd="0" destOrd="2" presId="urn:microsoft.com/office/officeart/2005/8/layout/list1"/>
    <dgm:cxn modelId="{8FFE8203-9179-454C-A48F-2BF4623476E1}" type="presOf" srcId="{CD1789FA-4FF1-4A0D-AFAF-6E2D28ED1C02}" destId="{A870CDCF-AB5A-49D2-980C-D4F49C510AD9}" srcOrd="1" destOrd="0" presId="urn:microsoft.com/office/officeart/2005/8/layout/list1"/>
    <dgm:cxn modelId="{42C25A0E-7C6A-4E07-8387-10AAD62B6027}" srcId="{F6E715AA-B829-456C-9AB0-A899BEB659C0}" destId="{4808BC5E-0EAC-4C65-9150-11B7C1236952}" srcOrd="2" destOrd="0" parTransId="{AF407C71-263E-434C-8D74-B998866CEDED}" sibTransId="{CD0D4430-CB2E-42D4-9EAB-41BC37ED2D83}"/>
    <dgm:cxn modelId="{669F4318-2937-4A34-8593-082EAC7495B5}" type="presOf" srcId="{7ECB9559-214A-489E-922C-3FEF2144B9D6}" destId="{C0F9B892-676B-4606-A09A-799D07FA0BA9}" srcOrd="0" destOrd="1" presId="urn:microsoft.com/office/officeart/2005/8/layout/list1"/>
    <dgm:cxn modelId="{13835719-F319-4315-86C0-5D6229CC3F93}" srcId="{DD10B9C7-5CCB-40FE-9127-F5717D9D8339}" destId="{CD1789FA-4FF1-4A0D-AFAF-6E2D28ED1C02}" srcOrd="1" destOrd="0" parTransId="{4626EF64-5B7E-4D4C-877F-11828D4F5DB6}" sibTransId="{DE356939-ACE4-4810-B527-5FD57A5C9100}"/>
    <dgm:cxn modelId="{0FCCDC1D-612A-4D68-90DB-7F4EB2E70393}" srcId="{F6E715AA-B829-456C-9AB0-A899BEB659C0}" destId="{06147DE4-833C-4EC9-8D26-CFDECC8623AE}" srcOrd="1" destOrd="0" parTransId="{7428C47F-F8DA-4412-8863-C82BCA8ABBEA}" sibTransId="{BBE41CBD-FF3A-4726-B4A0-A5A1FEDF13F8}"/>
    <dgm:cxn modelId="{9BD0A21E-275C-4642-949A-FDA9FD5A3F00}" srcId="{578C88EB-8724-45C8-974F-99358216BC67}" destId="{9090A7C2-F2D4-4FB7-BB20-85644535B3D8}" srcOrd="0" destOrd="0" parTransId="{B35E25BF-760C-4A23-973A-8FB952AA36ED}" sibTransId="{734683E7-019E-4F2F-839A-F7C1509D30F5}"/>
    <dgm:cxn modelId="{4C85E52F-B461-400D-A01C-23F634A28B8C}" srcId="{CD1789FA-4FF1-4A0D-AFAF-6E2D28ED1C02}" destId="{243B5E30-1EB4-48ED-8FE2-57F3B2890477}" srcOrd="0" destOrd="0" parTransId="{4442EF07-896D-49B6-B723-75D1CC43FE31}" sibTransId="{CA379BAA-9444-46A1-8468-318D90B4CB0E}"/>
    <dgm:cxn modelId="{B5FAB334-312A-413D-8390-928F3338E623}" srcId="{DD10B9C7-5CCB-40FE-9127-F5717D9D8339}" destId="{F6E715AA-B829-456C-9AB0-A899BEB659C0}" srcOrd="2" destOrd="0" parTransId="{1A222694-8D84-4A73-8ECE-2D12FEE951AD}" sibTransId="{76F35D31-5E7E-4FF4-B8A6-22DBC943BED5}"/>
    <dgm:cxn modelId="{29FB1742-C1DB-4065-B113-E96941EDF9C0}" type="presOf" srcId="{578C88EB-8724-45C8-974F-99358216BC67}" destId="{5F04156C-045D-4B0F-85AA-338090E728F3}" srcOrd="1" destOrd="0" presId="urn:microsoft.com/office/officeart/2005/8/layout/list1"/>
    <dgm:cxn modelId="{23BFEC47-7D4D-42C1-AF4B-A930996BA881}" type="presOf" srcId="{DBFAC359-3BFF-4C08-9762-B10C2013C3C1}" destId="{CA907114-F955-430E-8EF9-AA808C1ACC6C}" srcOrd="0" destOrd="1" presId="urn:microsoft.com/office/officeart/2005/8/layout/list1"/>
    <dgm:cxn modelId="{7F905B55-B4F4-44A3-B45D-5DBABFEC3FA4}" type="presOf" srcId="{06147DE4-833C-4EC9-8D26-CFDECC8623AE}" destId="{99E4EB40-28FE-4F54-8761-B6E5EAA9A63D}" srcOrd="0" destOrd="1" presId="urn:microsoft.com/office/officeart/2005/8/layout/list1"/>
    <dgm:cxn modelId="{E6D9AD56-8464-4E7B-9EE6-C83D4A6D1285}" type="presOf" srcId="{578C88EB-8724-45C8-974F-99358216BC67}" destId="{A8B0E47E-9EAB-4037-BD99-52746D2BF4DF}" srcOrd="0" destOrd="0" presId="urn:microsoft.com/office/officeart/2005/8/layout/list1"/>
    <dgm:cxn modelId="{4A50197B-639E-4807-B89E-D797A864E854}" type="presOf" srcId="{F6E715AA-B829-456C-9AB0-A899BEB659C0}" destId="{38319B17-70DE-47CD-A170-83D168606B56}" srcOrd="0" destOrd="0" presId="urn:microsoft.com/office/officeart/2005/8/layout/list1"/>
    <dgm:cxn modelId="{4641537E-637C-4BB1-BB00-EC096F5CFA16}" srcId="{F6E715AA-B829-456C-9AB0-A899BEB659C0}" destId="{E707094F-1791-4FE4-9D12-77E5714DDBED}" srcOrd="0" destOrd="0" parTransId="{A77EE28B-96E3-4FC2-A272-2A02686FE4C8}" sibTransId="{9D082176-E544-458E-8D63-C2E03F6361C4}"/>
    <dgm:cxn modelId="{E84ECB95-F9A4-435A-9B65-CD7A9F6B5529}" type="presOf" srcId="{F6E715AA-B829-456C-9AB0-A899BEB659C0}" destId="{B87E140E-5945-48DE-AAEB-AAE063B1D027}" srcOrd="1" destOrd="0" presId="urn:microsoft.com/office/officeart/2005/8/layout/list1"/>
    <dgm:cxn modelId="{33F6159A-7861-45CE-8BCC-6B5E7B7CB4E3}" type="presOf" srcId="{CD1789FA-4FF1-4A0D-AFAF-6E2D28ED1C02}" destId="{EE30D39A-E5FF-4B73-8E15-C445E4404EC6}" srcOrd="0" destOrd="0" presId="urn:microsoft.com/office/officeart/2005/8/layout/list1"/>
    <dgm:cxn modelId="{CC2BF2A9-2738-4945-8142-EFEF035BFACC}" srcId="{578C88EB-8724-45C8-974F-99358216BC67}" destId="{753DF9AC-485D-451E-BC6C-BF3B25B99918}" srcOrd="2" destOrd="0" parTransId="{24DA7DB6-66C4-4659-A560-6B7A7A3ADC73}" sibTransId="{E6F8147F-6E6D-416A-9681-3A5AD7C512CD}"/>
    <dgm:cxn modelId="{62356CB7-91BA-4016-AB18-C111A831F173}" type="presOf" srcId="{E707094F-1791-4FE4-9D12-77E5714DDBED}" destId="{99E4EB40-28FE-4F54-8761-B6E5EAA9A63D}" srcOrd="0" destOrd="0" presId="urn:microsoft.com/office/officeart/2005/8/layout/list1"/>
    <dgm:cxn modelId="{4B59EBB7-2F1E-4BE2-B134-E33A909F6DE3}" type="presOf" srcId="{753DF9AC-485D-451E-BC6C-BF3B25B99918}" destId="{CA907114-F955-430E-8EF9-AA808C1ACC6C}" srcOrd="0" destOrd="2" presId="urn:microsoft.com/office/officeart/2005/8/layout/list1"/>
    <dgm:cxn modelId="{1543BBBA-C21C-4D2F-97E5-0722E96700DB}" srcId="{CD1789FA-4FF1-4A0D-AFAF-6E2D28ED1C02}" destId="{7ECB9559-214A-489E-922C-3FEF2144B9D6}" srcOrd="1" destOrd="0" parTransId="{D30B875A-69DD-4011-93AE-8FA523C6142F}" sibTransId="{A0645CF6-AA9F-4045-83CA-C8D2F0D185CA}"/>
    <dgm:cxn modelId="{151F36BD-E521-4DD1-BDCC-37BAD106F7A8}" type="presOf" srcId="{DD10B9C7-5CCB-40FE-9127-F5717D9D8339}" destId="{3DD01419-BA4C-4834-AE14-429E230788D5}" srcOrd="0" destOrd="0" presId="urn:microsoft.com/office/officeart/2005/8/layout/list1"/>
    <dgm:cxn modelId="{159208C6-9318-4816-9702-424506F6A5F8}" type="presOf" srcId="{9090A7C2-F2D4-4FB7-BB20-85644535B3D8}" destId="{CA907114-F955-430E-8EF9-AA808C1ACC6C}" srcOrd="0" destOrd="0" presId="urn:microsoft.com/office/officeart/2005/8/layout/list1"/>
    <dgm:cxn modelId="{109561E1-83BE-49FF-B1A0-9AC4B6B08A18}" srcId="{578C88EB-8724-45C8-974F-99358216BC67}" destId="{DBFAC359-3BFF-4C08-9762-B10C2013C3C1}" srcOrd="1" destOrd="0" parTransId="{D114336F-E87D-4920-8DB0-E7B20256DA8B}" sibTransId="{4693D01F-64EB-4DE9-8CCC-D6B1DED36BA0}"/>
    <dgm:cxn modelId="{D7DF0DE6-270D-4EAB-8F54-342FFA354E2B}" srcId="{DD10B9C7-5CCB-40FE-9127-F5717D9D8339}" destId="{578C88EB-8724-45C8-974F-99358216BC67}" srcOrd="0" destOrd="0" parTransId="{A8CEF055-3981-42BD-A62F-AC7B9F56AD72}" sibTransId="{47A78B6D-97B5-44C9-8F11-80522010B03E}"/>
    <dgm:cxn modelId="{523629EC-B1A9-4A9E-A21F-483F01B692FB}" type="presOf" srcId="{243B5E30-1EB4-48ED-8FE2-57F3B2890477}" destId="{C0F9B892-676B-4606-A09A-799D07FA0BA9}" srcOrd="0" destOrd="0" presId="urn:microsoft.com/office/officeart/2005/8/layout/list1"/>
    <dgm:cxn modelId="{C3AB3B31-455A-4442-AB90-228002280D86}" type="presParOf" srcId="{3DD01419-BA4C-4834-AE14-429E230788D5}" destId="{29083600-26DD-4C23-AC8F-B10E3F1944FF}" srcOrd="0" destOrd="0" presId="urn:microsoft.com/office/officeart/2005/8/layout/list1"/>
    <dgm:cxn modelId="{EDC0347C-3A4F-4CD1-BC0B-DE563586CB4E}" type="presParOf" srcId="{29083600-26DD-4C23-AC8F-B10E3F1944FF}" destId="{A8B0E47E-9EAB-4037-BD99-52746D2BF4DF}" srcOrd="0" destOrd="0" presId="urn:microsoft.com/office/officeart/2005/8/layout/list1"/>
    <dgm:cxn modelId="{2D55A6ED-99E0-43FE-A990-DE9D602514C2}" type="presParOf" srcId="{29083600-26DD-4C23-AC8F-B10E3F1944FF}" destId="{5F04156C-045D-4B0F-85AA-338090E728F3}" srcOrd="1" destOrd="0" presId="urn:microsoft.com/office/officeart/2005/8/layout/list1"/>
    <dgm:cxn modelId="{0552F04F-93A5-4CA3-AA19-7041A4CF6D89}" type="presParOf" srcId="{3DD01419-BA4C-4834-AE14-429E230788D5}" destId="{85739303-2D90-47ED-8694-7A8189C85E66}" srcOrd="1" destOrd="0" presId="urn:microsoft.com/office/officeart/2005/8/layout/list1"/>
    <dgm:cxn modelId="{5E307B87-B5FE-4F5C-B761-27C89956043E}" type="presParOf" srcId="{3DD01419-BA4C-4834-AE14-429E230788D5}" destId="{CA907114-F955-430E-8EF9-AA808C1ACC6C}" srcOrd="2" destOrd="0" presId="urn:microsoft.com/office/officeart/2005/8/layout/list1"/>
    <dgm:cxn modelId="{BC1BE4C9-61FD-4F3B-A396-3180AA48EDA2}" type="presParOf" srcId="{3DD01419-BA4C-4834-AE14-429E230788D5}" destId="{68A7F2A0-C85D-4D54-AC06-37620C70B1CE}" srcOrd="3" destOrd="0" presId="urn:microsoft.com/office/officeart/2005/8/layout/list1"/>
    <dgm:cxn modelId="{B9F34F65-A821-4DA7-8656-75A913B0A3D9}" type="presParOf" srcId="{3DD01419-BA4C-4834-AE14-429E230788D5}" destId="{569219B0-B9E1-4579-AB29-D8A82DE87A0F}" srcOrd="4" destOrd="0" presId="urn:microsoft.com/office/officeart/2005/8/layout/list1"/>
    <dgm:cxn modelId="{FE3E15DA-ECDC-48F3-AC9F-81DFD8099E36}" type="presParOf" srcId="{569219B0-B9E1-4579-AB29-D8A82DE87A0F}" destId="{EE30D39A-E5FF-4B73-8E15-C445E4404EC6}" srcOrd="0" destOrd="0" presId="urn:microsoft.com/office/officeart/2005/8/layout/list1"/>
    <dgm:cxn modelId="{4CFDF582-E437-4B5F-AEB3-EAB30503E262}" type="presParOf" srcId="{569219B0-B9E1-4579-AB29-D8A82DE87A0F}" destId="{A870CDCF-AB5A-49D2-980C-D4F49C510AD9}" srcOrd="1" destOrd="0" presId="urn:microsoft.com/office/officeart/2005/8/layout/list1"/>
    <dgm:cxn modelId="{0D7512BF-3C35-4B56-AFDB-07C9FB037F78}" type="presParOf" srcId="{3DD01419-BA4C-4834-AE14-429E230788D5}" destId="{589AF1A4-B52A-4361-B54B-1D5826B392FD}" srcOrd="5" destOrd="0" presId="urn:microsoft.com/office/officeart/2005/8/layout/list1"/>
    <dgm:cxn modelId="{DE94D10C-A2BC-4996-BEC4-ADDFE1A24CA6}" type="presParOf" srcId="{3DD01419-BA4C-4834-AE14-429E230788D5}" destId="{C0F9B892-676B-4606-A09A-799D07FA0BA9}" srcOrd="6" destOrd="0" presId="urn:microsoft.com/office/officeart/2005/8/layout/list1"/>
    <dgm:cxn modelId="{BD51DBFC-0979-4861-8311-4A58D9ABCF24}" type="presParOf" srcId="{3DD01419-BA4C-4834-AE14-429E230788D5}" destId="{6AAAEC5F-1BC1-4E91-8B7C-E1B0A5E6F2DA}" srcOrd="7" destOrd="0" presId="urn:microsoft.com/office/officeart/2005/8/layout/list1"/>
    <dgm:cxn modelId="{621B324D-CB5D-476F-8A62-E2D68BA44A1D}" type="presParOf" srcId="{3DD01419-BA4C-4834-AE14-429E230788D5}" destId="{7E6C6542-6858-448B-826F-14349C951852}" srcOrd="8" destOrd="0" presId="urn:microsoft.com/office/officeart/2005/8/layout/list1"/>
    <dgm:cxn modelId="{7282A876-5AA0-43FE-904E-36665EFEFF14}" type="presParOf" srcId="{7E6C6542-6858-448B-826F-14349C951852}" destId="{38319B17-70DE-47CD-A170-83D168606B56}" srcOrd="0" destOrd="0" presId="urn:microsoft.com/office/officeart/2005/8/layout/list1"/>
    <dgm:cxn modelId="{19F7BC30-E915-4D5E-A7FD-1409390294F6}" type="presParOf" srcId="{7E6C6542-6858-448B-826F-14349C951852}" destId="{B87E140E-5945-48DE-AAEB-AAE063B1D027}" srcOrd="1" destOrd="0" presId="urn:microsoft.com/office/officeart/2005/8/layout/list1"/>
    <dgm:cxn modelId="{C20DADA0-7D20-4A51-8E58-016AA80CFC3E}" type="presParOf" srcId="{3DD01419-BA4C-4834-AE14-429E230788D5}" destId="{EE99D419-2494-4870-A359-DDA96C268465}" srcOrd="9" destOrd="0" presId="urn:microsoft.com/office/officeart/2005/8/layout/list1"/>
    <dgm:cxn modelId="{838353A5-2EF0-4F72-88A4-2E02DB7D8C11}" type="presParOf" srcId="{3DD01419-BA4C-4834-AE14-429E230788D5}" destId="{99E4EB40-28FE-4F54-8761-B6E5EAA9A63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DBCBB7-2EB2-4251-AF13-8C691814368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D7ECBF-1003-48BC-B55B-FB1EE17044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Feature Overview</a:t>
          </a:r>
        </a:p>
      </dgm:t>
    </dgm:pt>
    <dgm:pt modelId="{E8A88C27-BAF6-43F0-9858-E02D7CDE2077}" type="parTrans" cxnId="{34B4EC45-A4BE-4F8D-A1F4-FFB37A77DCBD}">
      <dgm:prSet/>
      <dgm:spPr/>
      <dgm:t>
        <a:bodyPr/>
        <a:lstStyle/>
        <a:p>
          <a:endParaRPr lang="en-US"/>
        </a:p>
      </dgm:t>
    </dgm:pt>
    <dgm:pt modelId="{C9D98B1B-4C7E-42A6-9F97-F711D0705404}" type="sibTrans" cxnId="{34B4EC45-A4BE-4F8D-A1F4-FFB37A77DCBD}">
      <dgm:prSet/>
      <dgm:spPr/>
      <dgm:t>
        <a:bodyPr/>
        <a:lstStyle/>
        <a:p>
          <a:endParaRPr lang="en-US"/>
        </a:p>
      </dgm:t>
    </dgm:pt>
    <dgm:pt modelId="{B3F21E8E-49EC-4C3D-BD22-6959693C0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Inventory management database</a:t>
          </a:r>
        </a:p>
      </dgm:t>
    </dgm:pt>
    <dgm:pt modelId="{9E710D1A-63B7-4B2B-B050-EBED03B20BED}" type="parTrans" cxnId="{87AB464E-61F6-4EF3-BEAF-6D9FB65414DC}">
      <dgm:prSet/>
      <dgm:spPr/>
      <dgm:t>
        <a:bodyPr/>
        <a:lstStyle/>
        <a:p>
          <a:endParaRPr lang="en-US"/>
        </a:p>
      </dgm:t>
    </dgm:pt>
    <dgm:pt modelId="{E4216012-96D6-4E35-8B67-F69A22599BAD}" type="sibTrans" cxnId="{87AB464E-61F6-4EF3-BEAF-6D9FB65414DC}">
      <dgm:prSet/>
      <dgm:spPr/>
      <dgm:t>
        <a:bodyPr/>
        <a:lstStyle/>
        <a:p>
          <a:endParaRPr lang="en-US"/>
        </a:p>
      </dgm:t>
    </dgm:pt>
    <dgm:pt modelId="{CA737269-0C65-46E0-8467-6F9B566881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Barcode scanner integration </a:t>
          </a:r>
        </a:p>
      </dgm:t>
    </dgm:pt>
    <dgm:pt modelId="{A3DB5B65-C6C5-4388-9E2D-412E017CBCA0}" type="parTrans" cxnId="{218341DD-610E-437C-91A5-F06F01085E2F}">
      <dgm:prSet/>
      <dgm:spPr/>
      <dgm:t>
        <a:bodyPr/>
        <a:lstStyle/>
        <a:p>
          <a:endParaRPr lang="en-US"/>
        </a:p>
      </dgm:t>
    </dgm:pt>
    <dgm:pt modelId="{E924E803-BDB3-4EE4-9A06-A2DE9625558B}" type="sibTrans" cxnId="{218341DD-610E-437C-91A5-F06F01085E2F}">
      <dgm:prSet/>
      <dgm:spPr/>
      <dgm:t>
        <a:bodyPr/>
        <a:lstStyle/>
        <a:p>
          <a:endParaRPr lang="en-US"/>
        </a:p>
      </dgm:t>
    </dgm:pt>
    <dgm:pt modelId="{FD3B1EBE-3867-405F-833E-AF05A1B79B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login with returning credential recognition</a:t>
          </a:r>
        </a:p>
      </dgm:t>
    </dgm:pt>
    <dgm:pt modelId="{6C346518-5D0F-4E71-93E1-7743FF5960A5}" type="parTrans" cxnId="{6DBEAA28-1FC6-45A2-8C3C-2535686AE2C4}">
      <dgm:prSet/>
      <dgm:spPr/>
      <dgm:t>
        <a:bodyPr/>
        <a:lstStyle/>
        <a:p>
          <a:endParaRPr lang="en-US"/>
        </a:p>
      </dgm:t>
    </dgm:pt>
    <dgm:pt modelId="{CF27F19B-1D33-4285-8F03-D107A6614981}" type="sibTrans" cxnId="{6DBEAA28-1FC6-45A2-8C3C-2535686AE2C4}">
      <dgm:prSet/>
      <dgm:spPr/>
      <dgm:t>
        <a:bodyPr/>
        <a:lstStyle/>
        <a:p>
          <a:endParaRPr lang="en-US"/>
        </a:p>
      </dgm:t>
    </dgm:pt>
    <dgm:pt modelId="{BF549AF9-91C3-4B35-9D25-6DC6AE39F5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Before and After Scenarios</a:t>
          </a:r>
        </a:p>
      </dgm:t>
    </dgm:pt>
    <dgm:pt modelId="{BE600755-EFA2-45D4-9103-6558BBF882D8}" type="parTrans" cxnId="{74E950A2-4775-44CE-9734-8ADEAD8D7D13}">
      <dgm:prSet/>
      <dgm:spPr/>
      <dgm:t>
        <a:bodyPr/>
        <a:lstStyle/>
        <a:p>
          <a:endParaRPr lang="en-US"/>
        </a:p>
      </dgm:t>
    </dgm:pt>
    <dgm:pt modelId="{068F3683-98DC-43CC-B2E2-792092779859}" type="sibTrans" cxnId="{74E950A2-4775-44CE-9734-8ADEAD8D7D13}">
      <dgm:prSet/>
      <dgm:spPr/>
      <dgm:t>
        <a:bodyPr/>
        <a:lstStyle/>
        <a:p>
          <a:endParaRPr lang="en-US"/>
        </a:p>
      </dgm:t>
    </dgm:pt>
    <dgm:pt modelId="{EAEC740F-4426-4CC8-80C4-B16A169ED3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Inventory: Initially, no implementation – added ability to track stock, ounces of food, specific items</a:t>
          </a:r>
        </a:p>
      </dgm:t>
    </dgm:pt>
    <dgm:pt modelId="{DFE30DE4-43D9-4EFB-919B-EC35465CA129}" type="parTrans" cxnId="{9B8F16FA-2DA4-4B3A-97E7-846B97677E45}">
      <dgm:prSet/>
      <dgm:spPr/>
      <dgm:t>
        <a:bodyPr/>
        <a:lstStyle/>
        <a:p>
          <a:endParaRPr lang="en-US"/>
        </a:p>
      </dgm:t>
    </dgm:pt>
    <dgm:pt modelId="{6843B4D6-B751-4570-9AF2-DA6E499D5820}" type="sibTrans" cxnId="{9B8F16FA-2DA4-4B3A-97E7-846B97677E45}">
      <dgm:prSet/>
      <dgm:spPr/>
      <dgm:t>
        <a:bodyPr/>
        <a:lstStyle/>
        <a:p>
          <a:endParaRPr lang="en-US"/>
        </a:p>
      </dgm:t>
    </dgm:pt>
    <dgm:pt modelId="{BBC3D31F-E58B-439D-9E8A-B6F2EE6FCA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Barcode scanner: Initially, no implementation – added ability to read food barcodes and output UPC</a:t>
          </a:r>
        </a:p>
      </dgm:t>
    </dgm:pt>
    <dgm:pt modelId="{41612103-030D-4D39-9CA1-0C91136A5DBD}" type="parTrans" cxnId="{57BBE87A-3F17-4ED3-B454-C1F7208DE587}">
      <dgm:prSet/>
      <dgm:spPr/>
      <dgm:t>
        <a:bodyPr/>
        <a:lstStyle/>
        <a:p>
          <a:endParaRPr lang="en-US"/>
        </a:p>
      </dgm:t>
    </dgm:pt>
    <dgm:pt modelId="{5DC18EEE-0359-42AF-BEAB-0FA5DC04E3BF}" type="sibTrans" cxnId="{57BBE87A-3F17-4ED3-B454-C1F7208DE587}">
      <dgm:prSet/>
      <dgm:spPr/>
      <dgm:t>
        <a:bodyPr/>
        <a:lstStyle/>
        <a:p>
          <a:endParaRPr lang="en-US"/>
        </a:p>
      </dgm:t>
    </dgm:pt>
    <dgm:pt modelId="{61D562AA-06F2-4F1B-BE8F-37DB97A8C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login: Initially, paper sign-in – added recognition for user’s standing and major</a:t>
          </a:r>
        </a:p>
      </dgm:t>
    </dgm:pt>
    <dgm:pt modelId="{39AD9EC1-25AD-4968-B8F5-41DE3B3ADD8F}" type="parTrans" cxnId="{8E3577AF-E575-49A1-A6A5-84FC2FE87F6E}">
      <dgm:prSet/>
      <dgm:spPr/>
      <dgm:t>
        <a:bodyPr/>
        <a:lstStyle/>
        <a:p>
          <a:endParaRPr lang="en-US"/>
        </a:p>
      </dgm:t>
    </dgm:pt>
    <dgm:pt modelId="{747ABF36-BCC2-4188-9405-D8F04E6E4ED9}" type="sibTrans" cxnId="{8E3577AF-E575-49A1-A6A5-84FC2FE87F6E}">
      <dgm:prSet/>
      <dgm:spPr/>
      <dgm:t>
        <a:bodyPr/>
        <a:lstStyle/>
        <a:p>
          <a:endParaRPr lang="en-US"/>
        </a:p>
      </dgm:t>
    </dgm:pt>
    <dgm:pt modelId="{7AE4F504-7E19-41CA-A649-7551271A95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Features Demo</a:t>
          </a:r>
        </a:p>
      </dgm:t>
    </dgm:pt>
    <dgm:pt modelId="{87F1B8BC-124B-48F9-BA72-1FC5D35BF3AA}" type="parTrans" cxnId="{0925C6AF-654E-45CB-A634-C7FB77356EA3}">
      <dgm:prSet/>
      <dgm:spPr/>
      <dgm:t>
        <a:bodyPr/>
        <a:lstStyle/>
        <a:p>
          <a:endParaRPr lang="en-US"/>
        </a:p>
      </dgm:t>
    </dgm:pt>
    <dgm:pt modelId="{13CC37D5-8256-4C29-92F6-657442D70D4B}" type="sibTrans" cxnId="{0925C6AF-654E-45CB-A634-C7FB77356EA3}">
      <dgm:prSet/>
      <dgm:spPr/>
      <dgm:t>
        <a:bodyPr/>
        <a:lstStyle/>
        <a:p>
          <a:endParaRPr lang="en-US"/>
        </a:p>
      </dgm:t>
    </dgm:pt>
    <dgm:pt modelId="{2816600B-3796-4477-9CAD-9BD00C667A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Demo follows</a:t>
          </a:r>
        </a:p>
      </dgm:t>
    </dgm:pt>
    <dgm:pt modelId="{B6B68DE7-1F3A-4A18-BAD9-81041FD8629E}" type="parTrans" cxnId="{7D32EFBE-0F04-407F-BD6F-660DBCAFA5D1}">
      <dgm:prSet/>
      <dgm:spPr/>
      <dgm:t>
        <a:bodyPr/>
        <a:lstStyle/>
        <a:p>
          <a:endParaRPr lang="en-US"/>
        </a:p>
      </dgm:t>
    </dgm:pt>
    <dgm:pt modelId="{2538F2DF-B868-413C-8FB5-C06A86EC7F29}" type="sibTrans" cxnId="{7D32EFBE-0F04-407F-BD6F-660DBCAFA5D1}">
      <dgm:prSet/>
      <dgm:spPr/>
      <dgm:t>
        <a:bodyPr/>
        <a:lstStyle/>
        <a:p>
          <a:endParaRPr lang="en-US"/>
        </a:p>
      </dgm:t>
    </dgm:pt>
    <dgm:pt modelId="{7430466F-27BF-4455-8441-2846A06188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Testing and Validation</a:t>
          </a:r>
        </a:p>
      </dgm:t>
    </dgm:pt>
    <dgm:pt modelId="{CFC2077E-E7DA-4C16-9524-7A8D8BABAECC}" type="parTrans" cxnId="{64A67978-7849-47D2-98A4-4949B08C4DCE}">
      <dgm:prSet/>
      <dgm:spPr/>
      <dgm:t>
        <a:bodyPr/>
        <a:lstStyle/>
        <a:p>
          <a:endParaRPr lang="en-US"/>
        </a:p>
      </dgm:t>
    </dgm:pt>
    <dgm:pt modelId="{DD93DF62-8AB1-4C51-B1EF-11C6856C98D2}" type="sibTrans" cxnId="{64A67978-7849-47D2-98A4-4949B08C4DCE}">
      <dgm:prSet/>
      <dgm:spPr/>
      <dgm:t>
        <a:bodyPr/>
        <a:lstStyle/>
        <a:p>
          <a:endParaRPr lang="en-US"/>
        </a:p>
      </dgm:t>
    </dgm:pt>
    <dgm:pt modelId="{CAC9573E-3508-4468-912F-89C1A6813A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Inventory: Testing with barcode scanner by adding, subtracting, searching, and testing edge cases (subtract stock of 0, etc.)</a:t>
          </a:r>
        </a:p>
      </dgm:t>
    </dgm:pt>
    <dgm:pt modelId="{0C2FCD21-2FFA-4569-A505-E00483D89020}" type="parTrans" cxnId="{9A8875F5-0199-44AD-8400-34D31910EB1E}">
      <dgm:prSet/>
      <dgm:spPr/>
      <dgm:t>
        <a:bodyPr/>
        <a:lstStyle/>
        <a:p>
          <a:endParaRPr lang="en-US"/>
        </a:p>
      </dgm:t>
    </dgm:pt>
    <dgm:pt modelId="{111E6B5C-6426-4E0E-9A38-BC37D88D8100}" type="sibTrans" cxnId="{9A8875F5-0199-44AD-8400-34D31910EB1E}">
      <dgm:prSet/>
      <dgm:spPr/>
      <dgm:t>
        <a:bodyPr/>
        <a:lstStyle/>
        <a:p>
          <a:endParaRPr lang="en-US"/>
        </a:p>
      </dgm:t>
    </dgm:pt>
    <dgm:pt modelId="{C72B1C00-BEC5-4625-9D08-7A855B14B1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Barcode scanner: Cross-reference with UPC database to ensure item matches</a:t>
          </a:r>
        </a:p>
      </dgm:t>
    </dgm:pt>
    <dgm:pt modelId="{8159C1D0-974C-4879-BDCC-384EFAFDA43E}" type="parTrans" cxnId="{2F6D448C-0824-4A45-A032-F2B3B2759628}">
      <dgm:prSet/>
      <dgm:spPr/>
      <dgm:t>
        <a:bodyPr/>
        <a:lstStyle/>
        <a:p>
          <a:endParaRPr lang="en-US"/>
        </a:p>
      </dgm:t>
    </dgm:pt>
    <dgm:pt modelId="{3AF2AA09-7F7B-40D9-BCEE-7DEA99049F6C}" type="sibTrans" cxnId="{2F6D448C-0824-4A45-A032-F2B3B2759628}">
      <dgm:prSet/>
      <dgm:spPr/>
      <dgm:t>
        <a:bodyPr/>
        <a:lstStyle/>
        <a:p>
          <a:endParaRPr lang="en-US"/>
        </a:p>
      </dgm:t>
    </dgm:pt>
    <dgm:pt modelId="{E1F604C0-5BBB-4BE6-A1D7-E18E24C840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login: Recall previous logins, log in again to ensure recognition functions accordingly</a:t>
          </a:r>
        </a:p>
      </dgm:t>
    </dgm:pt>
    <dgm:pt modelId="{D222BAD8-ADA8-4FF3-9258-47ADD311A92F}" type="parTrans" cxnId="{AD3FFF25-21AC-4A7A-A6B7-B7511B8A952E}">
      <dgm:prSet/>
      <dgm:spPr/>
      <dgm:t>
        <a:bodyPr/>
        <a:lstStyle/>
        <a:p>
          <a:endParaRPr lang="en-US"/>
        </a:p>
      </dgm:t>
    </dgm:pt>
    <dgm:pt modelId="{7006C49A-BF7A-4F3C-BF8E-DC27A921CAEF}" type="sibTrans" cxnId="{AD3FFF25-21AC-4A7A-A6B7-B7511B8A952E}">
      <dgm:prSet/>
      <dgm:spPr/>
      <dgm:t>
        <a:bodyPr/>
        <a:lstStyle/>
        <a:p>
          <a:endParaRPr lang="en-US"/>
        </a:p>
      </dgm:t>
    </dgm:pt>
    <dgm:pt modelId="{0BE04940-E3F2-47D0-BE2C-5883D5611290}" type="pres">
      <dgm:prSet presAssocID="{89DBCBB7-2EB2-4251-AF13-8C6918143689}" presName="root" presStyleCnt="0">
        <dgm:presLayoutVars>
          <dgm:dir/>
          <dgm:resizeHandles val="exact"/>
        </dgm:presLayoutVars>
      </dgm:prSet>
      <dgm:spPr/>
    </dgm:pt>
    <dgm:pt modelId="{D17449CA-992F-4E80-8EE9-F72DFC78DA22}" type="pres">
      <dgm:prSet presAssocID="{B6D7ECBF-1003-48BC-B55B-FB1EE17044EA}" presName="compNode" presStyleCnt="0"/>
      <dgm:spPr/>
    </dgm:pt>
    <dgm:pt modelId="{C5C79A0D-4A7F-496A-AE6C-24492353247A}" type="pres">
      <dgm:prSet presAssocID="{B6D7ECBF-1003-48BC-B55B-FB1EE17044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8C84EE6-8524-438E-B170-34EAD94CCF7B}" type="pres">
      <dgm:prSet presAssocID="{B6D7ECBF-1003-48BC-B55B-FB1EE17044EA}" presName="iconSpace" presStyleCnt="0"/>
      <dgm:spPr/>
    </dgm:pt>
    <dgm:pt modelId="{B44F6D3A-3A5F-401C-841E-E2030F68318C}" type="pres">
      <dgm:prSet presAssocID="{B6D7ECBF-1003-48BC-B55B-FB1EE17044EA}" presName="parTx" presStyleLbl="revTx" presStyleIdx="0" presStyleCnt="8">
        <dgm:presLayoutVars>
          <dgm:chMax val="0"/>
          <dgm:chPref val="0"/>
        </dgm:presLayoutVars>
      </dgm:prSet>
      <dgm:spPr/>
    </dgm:pt>
    <dgm:pt modelId="{0E7EE1D6-148B-40D3-93DF-4A5958CAD0F2}" type="pres">
      <dgm:prSet presAssocID="{B6D7ECBF-1003-48BC-B55B-FB1EE17044EA}" presName="txSpace" presStyleCnt="0"/>
      <dgm:spPr/>
    </dgm:pt>
    <dgm:pt modelId="{38AFE88C-8DCB-4F34-B7B4-04DA8AA6B746}" type="pres">
      <dgm:prSet presAssocID="{B6D7ECBF-1003-48BC-B55B-FB1EE17044EA}" presName="desTx" presStyleLbl="revTx" presStyleIdx="1" presStyleCnt="8">
        <dgm:presLayoutVars/>
      </dgm:prSet>
      <dgm:spPr/>
    </dgm:pt>
    <dgm:pt modelId="{435A0762-551C-453C-BE4C-304842E70D8E}" type="pres">
      <dgm:prSet presAssocID="{C9D98B1B-4C7E-42A6-9F97-F711D0705404}" presName="sibTrans" presStyleCnt="0"/>
      <dgm:spPr/>
    </dgm:pt>
    <dgm:pt modelId="{7915E6C5-54A0-4585-ADE1-59FA93020DD5}" type="pres">
      <dgm:prSet presAssocID="{BF549AF9-91C3-4B35-9D25-6DC6AE39F5AB}" presName="compNode" presStyleCnt="0"/>
      <dgm:spPr/>
    </dgm:pt>
    <dgm:pt modelId="{50148449-ABF0-4845-AC5E-E8EF512DB2B6}" type="pres">
      <dgm:prSet presAssocID="{BF549AF9-91C3-4B35-9D25-6DC6AE39F5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811B227A-C331-463F-9CDA-7B4499169637}" type="pres">
      <dgm:prSet presAssocID="{BF549AF9-91C3-4B35-9D25-6DC6AE39F5AB}" presName="iconSpace" presStyleCnt="0"/>
      <dgm:spPr/>
    </dgm:pt>
    <dgm:pt modelId="{A4D4B52F-8C8F-40EE-9972-CFF6742B99DE}" type="pres">
      <dgm:prSet presAssocID="{BF549AF9-91C3-4B35-9D25-6DC6AE39F5AB}" presName="parTx" presStyleLbl="revTx" presStyleIdx="2" presStyleCnt="8">
        <dgm:presLayoutVars>
          <dgm:chMax val="0"/>
          <dgm:chPref val="0"/>
        </dgm:presLayoutVars>
      </dgm:prSet>
      <dgm:spPr/>
    </dgm:pt>
    <dgm:pt modelId="{F47039AD-38A0-497F-8A78-27ECA9540EC9}" type="pres">
      <dgm:prSet presAssocID="{BF549AF9-91C3-4B35-9D25-6DC6AE39F5AB}" presName="txSpace" presStyleCnt="0"/>
      <dgm:spPr/>
    </dgm:pt>
    <dgm:pt modelId="{8B5227D0-002A-4911-9C7D-6643F6C12F07}" type="pres">
      <dgm:prSet presAssocID="{BF549AF9-91C3-4B35-9D25-6DC6AE39F5AB}" presName="desTx" presStyleLbl="revTx" presStyleIdx="3" presStyleCnt="8">
        <dgm:presLayoutVars/>
      </dgm:prSet>
      <dgm:spPr/>
    </dgm:pt>
    <dgm:pt modelId="{67547717-524D-4930-868F-CFA18DA78968}" type="pres">
      <dgm:prSet presAssocID="{068F3683-98DC-43CC-B2E2-792092779859}" presName="sibTrans" presStyleCnt="0"/>
      <dgm:spPr/>
    </dgm:pt>
    <dgm:pt modelId="{ADDC6AC3-0681-4D89-8D83-68841F18FDCB}" type="pres">
      <dgm:prSet presAssocID="{7AE4F504-7E19-41CA-A649-7551271A95F5}" presName="compNode" presStyleCnt="0"/>
      <dgm:spPr/>
    </dgm:pt>
    <dgm:pt modelId="{38464239-F011-4CD3-A702-49EA42F73DB6}" type="pres">
      <dgm:prSet presAssocID="{7AE4F504-7E19-41CA-A649-7551271A95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989B5C2-E179-4C9D-83FB-77B087D8DB12}" type="pres">
      <dgm:prSet presAssocID="{7AE4F504-7E19-41CA-A649-7551271A95F5}" presName="iconSpace" presStyleCnt="0"/>
      <dgm:spPr/>
    </dgm:pt>
    <dgm:pt modelId="{2122FA13-92B5-42D7-B38B-B8DC924EB300}" type="pres">
      <dgm:prSet presAssocID="{7AE4F504-7E19-41CA-A649-7551271A95F5}" presName="parTx" presStyleLbl="revTx" presStyleIdx="4" presStyleCnt="8">
        <dgm:presLayoutVars>
          <dgm:chMax val="0"/>
          <dgm:chPref val="0"/>
        </dgm:presLayoutVars>
      </dgm:prSet>
      <dgm:spPr/>
    </dgm:pt>
    <dgm:pt modelId="{AB999D2E-4BA7-460A-ACD4-E56D43802372}" type="pres">
      <dgm:prSet presAssocID="{7AE4F504-7E19-41CA-A649-7551271A95F5}" presName="txSpace" presStyleCnt="0"/>
      <dgm:spPr/>
    </dgm:pt>
    <dgm:pt modelId="{834579D2-2167-4C49-BC57-61472060CB5C}" type="pres">
      <dgm:prSet presAssocID="{7AE4F504-7E19-41CA-A649-7551271A95F5}" presName="desTx" presStyleLbl="revTx" presStyleIdx="5" presStyleCnt="8">
        <dgm:presLayoutVars/>
      </dgm:prSet>
      <dgm:spPr/>
    </dgm:pt>
    <dgm:pt modelId="{B2BBDB6D-D5A1-4AF2-B086-0657398DDD2D}" type="pres">
      <dgm:prSet presAssocID="{13CC37D5-8256-4C29-92F6-657442D70D4B}" presName="sibTrans" presStyleCnt="0"/>
      <dgm:spPr/>
    </dgm:pt>
    <dgm:pt modelId="{2578B88C-F9C6-4BBB-88A4-B4E77888C8A9}" type="pres">
      <dgm:prSet presAssocID="{7430466F-27BF-4455-8441-2846A0618848}" presName="compNode" presStyleCnt="0"/>
      <dgm:spPr/>
    </dgm:pt>
    <dgm:pt modelId="{9D910FFB-FD4B-4A3D-B425-DAC46FA3F248}" type="pres">
      <dgm:prSet presAssocID="{7430466F-27BF-4455-8441-2846A061884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CE850249-EF38-4962-B729-F7AD84D206B0}" type="pres">
      <dgm:prSet presAssocID="{7430466F-27BF-4455-8441-2846A0618848}" presName="iconSpace" presStyleCnt="0"/>
      <dgm:spPr/>
    </dgm:pt>
    <dgm:pt modelId="{99F5A994-2503-456F-8AA0-7CCA1787F953}" type="pres">
      <dgm:prSet presAssocID="{7430466F-27BF-4455-8441-2846A0618848}" presName="parTx" presStyleLbl="revTx" presStyleIdx="6" presStyleCnt="8">
        <dgm:presLayoutVars>
          <dgm:chMax val="0"/>
          <dgm:chPref val="0"/>
        </dgm:presLayoutVars>
      </dgm:prSet>
      <dgm:spPr/>
    </dgm:pt>
    <dgm:pt modelId="{F1783588-FB7B-408D-9559-75855B0608C0}" type="pres">
      <dgm:prSet presAssocID="{7430466F-27BF-4455-8441-2846A0618848}" presName="txSpace" presStyleCnt="0"/>
      <dgm:spPr/>
    </dgm:pt>
    <dgm:pt modelId="{FD2566B2-A12A-41FF-B080-1910C3198D88}" type="pres">
      <dgm:prSet presAssocID="{7430466F-27BF-4455-8441-2846A0618848}" presName="desTx" presStyleLbl="revTx" presStyleIdx="7" presStyleCnt="8">
        <dgm:presLayoutVars/>
      </dgm:prSet>
      <dgm:spPr/>
    </dgm:pt>
  </dgm:ptLst>
  <dgm:cxnLst>
    <dgm:cxn modelId="{787A7D05-B4E6-43D8-BCFC-4953793DA0D6}" type="presOf" srcId="{BBC3D31F-E58B-439D-9E8A-B6F2EE6FCA29}" destId="{8B5227D0-002A-4911-9C7D-6643F6C12F07}" srcOrd="0" destOrd="1" presId="urn:microsoft.com/office/officeart/2018/2/layout/IconLabelDescriptionList"/>
    <dgm:cxn modelId="{94B0C80A-A110-4C9E-AEE6-407D108B8F75}" type="presOf" srcId="{B6D7ECBF-1003-48BC-B55B-FB1EE17044EA}" destId="{B44F6D3A-3A5F-401C-841E-E2030F68318C}" srcOrd="0" destOrd="0" presId="urn:microsoft.com/office/officeart/2018/2/layout/IconLabelDescriptionList"/>
    <dgm:cxn modelId="{DEAC5D1D-A581-449A-93C2-C8336E9677FF}" type="presOf" srcId="{7430466F-27BF-4455-8441-2846A0618848}" destId="{99F5A994-2503-456F-8AA0-7CCA1787F953}" srcOrd="0" destOrd="0" presId="urn:microsoft.com/office/officeart/2018/2/layout/IconLabelDescriptionList"/>
    <dgm:cxn modelId="{F2732524-59F6-4EF2-9734-3426A3242F33}" type="presOf" srcId="{61D562AA-06F2-4F1B-BE8F-37DB97A8C98C}" destId="{8B5227D0-002A-4911-9C7D-6643F6C12F07}" srcOrd="0" destOrd="2" presId="urn:microsoft.com/office/officeart/2018/2/layout/IconLabelDescriptionList"/>
    <dgm:cxn modelId="{AD3FFF25-21AC-4A7A-A6B7-B7511B8A952E}" srcId="{7430466F-27BF-4455-8441-2846A0618848}" destId="{E1F604C0-5BBB-4BE6-A1D7-E18E24C84072}" srcOrd="2" destOrd="0" parTransId="{D222BAD8-ADA8-4FF3-9258-47ADD311A92F}" sibTransId="{7006C49A-BF7A-4F3C-BF8E-DC27A921CAEF}"/>
    <dgm:cxn modelId="{6DBEAA28-1FC6-45A2-8C3C-2535686AE2C4}" srcId="{B6D7ECBF-1003-48BC-B55B-FB1EE17044EA}" destId="{FD3B1EBE-3867-405F-833E-AF05A1B79B9F}" srcOrd="2" destOrd="0" parTransId="{6C346518-5D0F-4E71-93E1-7743FF5960A5}" sibTransId="{CF27F19B-1D33-4285-8F03-D107A6614981}"/>
    <dgm:cxn modelId="{73E7AB3B-C8B5-4006-AB11-85E405879425}" type="presOf" srcId="{BF549AF9-91C3-4B35-9D25-6DC6AE39F5AB}" destId="{A4D4B52F-8C8F-40EE-9972-CFF6742B99DE}" srcOrd="0" destOrd="0" presId="urn:microsoft.com/office/officeart/2018/2/layout/IconLabelDescriptionList"/>
    <dgm:cxn modelId="{34B4EC45-A4BE-4F8D-A1F4-FFB37A77DCBD}" srcId="{89DBCBB7-2EB2-4251-AF13-8C6918143689}" destId="{B6D7ECBF-1003-48BC-B55B-FB1EE17044EA}" srcOrd="0" destOrd="0" parTransId="{E8A88C27-BAF6-43F0-9858-E02D7CDE2077}" sibTransId="{C9D98B1B-4C7E-42A6-9F97-F711D0705404}"/>
    <dgm:cxn modelId="{DE681567-BC7D-42F5-BB75-5E209E2BB819}" type="presOf" srcId="{CA737269-0C65-46E0-8467-6F9B56688103}" destId="{38AFE88C-8DCB-4F34-B7B4-04DA8AA6B746}" srcOrd="0" destOrd="1" presId="urn:microsoft.com/office/officeart/2018/2/layout/IconLabelDescriptionList"/>
    <dgm:cxn modelId="{87AB464E-61F6-4EF3-BEAF-6D9FB65414DC}" srcId="{B6D7ECBF-1003-48BC-B55B-FB1EE17044EA}" destId="{B3F21E8E-49EC-4C3D-BD22-6959693C02AE}" srcOrd="0" destOrd="0" parTransId="{9E710D1A-63B7-4B2B-B050-EBED03B20BED}" sibTransId="{E4216012-96D6-4E35-8B67-F69A22599BAD}"/>
    <dgm:cxn modelId="{D2A75571-EA58-4F2A-8B52-774A9F4CFEF3}" type="presOf" srcId="{89DBCBB7-2EB2-4251-AF13-8C6918143689}" destId="{0BE04940-E3F2-47D0-BE2C-5883D5611290}" srcOrd="0" destOrd="0" presId="urn:microsoft.com/office/officeart/2018/2/layout/IconLabelDescriptionList"/>
    <dgm:cxn modelId="{3D8CB653-9D20-4FDC-B561-E25D08BDB113}" type="presOf" srcId="{7AE4F504-7E19-41CA-A649-7551271A95F5}" destId="{2122FA13-92B5-42D7-B38B-B8DC924EB300}" srcOrd="0" destOrd="0" presId="urn:microsoft.com/office/officeart/2018/2/layout/IconLabelDescriptionList"/>
    <dgm:cxn modelId="{22F2FB53-F65D-4EA3-B1E2-F8252CB3F835}" type="presOf" srcId="{2816600B-3796-4477-9CAD-9BD00C667A53}" destId="{834579D2-2167-4C49-BC57-61472060CB5C}" srcOrd="0" destOrd="0" presId="urn:microsoft.com/office/officeart/2018/2/layout/IconLabelDescriptionList"/>
    <dgm:cxn modelId="{C3E24C56-BD9A-4FD2-8627-6AD05DABF15A}" type="presOf" srcId="{E1F604C0-5BBB-4BE6-A1D7-E18E24C84072}" destId="{FD2566B2-A12A-41FF-B080-1910C3198D88}" srcOrd="0" destOrd="2" presId="urn:microsoft.com/office/officeart/2018/2/layout/IconLabelDescriptionList"/>
    <dgm:cxn modelId="{64A67978-7849-47D2-98A4-4949B08C4DCE}" srcId="{89DBCBB7-2EB2-4251-AF13-8C6918143689}" destId="{7430466F-27BF-4455-8441-2846A0618848}" srcOrd="3" destOrd="0" parTransId="{CFC2077E-E7DA-4C16-9524-7A8D8BABAECC}" sibTransId="{DD93DF62-8AB1-4C51-B1EF-11C6856C98D2}"/>
    <dgm:cxn modelId="{57BBE87A-3F17-4ED3-B454-C1F7208DE587}" srcId="{BF549AF9-91C3-4B35-9D25-6DC6AE39F5AB}" destId="{BBC3D31F-E58B-439D-9E8A-B6F2EE6FCA29}" srcOrd="1" destOrd="0" parTransId="{41612103-030D-4D39-9CA1-0C91136A5DBD}" sibTransId="{5DC18EEE-0359-42AF-BEAB-0FA5DC04E3BF}"/>
    <dgm:cxn modelId="{66F8188A-A176-4C48-8711-1DAAB942D86A}" type="presOf" srcId="{EAEC740F-4426-4CC8-80C4-B16A169ED377}" destId="{8B5227D0-002A-4911-9C7D-6643F6C12F07}" srcOrd="0" destOrd="0" presId="urn:microsoft.com/office/officeart/2018/2/layout/IconLabelDescriptionList"/>
    <dgm:cxn modelId="{2F6D448C-0824-4A45-A032-F2B3B2759628}" srcId="{7430466F-27BF-4455-8441-2846A0618848}" destId="{C72B1C00-BEC5-4625-9D08-7A855B14B111}" srcOrd="1" destOrd="0" parTransId="{8159C1D0-974C-4879-BDCC-384EFAFDA43E}" sibTransId="{3AF2AA09-7F7B-40D9-BCEE-7DEA99049F6C}"/>
    <dgm:cxn modelId="{087E9C94-D7BA-4596-AEE6-6E84DF6B2E47}" type="presOf" srcId="{FD3B1EBE-3867-405F-833E-AF05A1B79B9F}" destId="{38AFE88C-8DCB-4F34-B7B4-04DA8AA6B746}" srcOrd="0" destOrd="2" presId="urn:microsoft.com/office/officeart/2018/2/layout/IconLabelDescriptionList"/>
    <dgm:cxn modelId="{3924F79E-B29B-4E22-8509-0860F271B3A8}" type="presOf" srcId="{B3F21E8E-49EC-4C3D-BD22-6959693C02AE}" destId="{38AFE88C-8DCB-4F34-B7B4-04DA8AA6B746}" srcOrd="0" destOrd="0" presId="urn:microsoft.com/office/officeart/2018/2/layout/IconLabelDescriptionList"/>
    <dgm:cxn modelId="{74E950A2-4775-44CE-9734-8ADEAD8D7D13}" srcId="{89DBCBB7-2EB2-4251-AF13-8C6918143689}" destId="{BF549AF9-91C3-4B35-9D25-6DC6AE39F5AB}" srcOrd="1" destOrd="0" parTransId="{BE600755-EFA2-45D4-9103-6558BBF882D8}" sibTransId="{068F3683-98DC-43CC-B2E2-792092779859}"/>
    <dgm:cxn modelId="{8E3577AF-E575-49A1-A6A5-84FC2FE87F6E}" srcId="{BF549AF9-91C3-4B35-9D25-6DC6AE39F5AB}" destId="{61D562AA-06F2-4F1B-BE8F-37DB97A8C98C}" srcOrd="2" destOrd="0" parTransId="{39AD9EC1-25AD-4968-B8F5-41DE3B3ADD8F}" sibTransId="{747ABF36-BCC2-4188-9405-D8F04E6E4ED9}"/>
    <dgm:cxn modelId="{0925C6AF-654E-45CB-A634-C7FB77356EA3}" srcId="{89DBCBB7-2EB2-4251-AF13-8C6918143689}" destId="{7AE4F504-7E19-41CA-A649-7551271A95F5}" srcOrd="2" destOrd="0" parTransId="{87F1B8BC-124B-48F9-BA72-1FC5D35BF3AA}" sibTransId="{13CC37D5-8256-4C29-92F6-657442D70D4B}"/>
    <dgm:cxn modelId="{7D32EFBE-0F04-407F-BD6F-660DBCAFA5D1}" srcId="{7AE4F504-7E19-41CA-A649-7551271A95F5}" destId="{2816600B-3796-4477-9CAD-9BD00C667A53}" srcOrd="0" destOrd="0" parTransId="{B6B68DE7-1F3A-4A18-BAD9-81041FD8629E}" sibTransId="{2538F2DF-B868-413C-8FB5-C06A86EC7F29}"/>
    <dgm:cxn modelId="{416EE8C3-3A30-4EDA-B642-93745A56DD55}" type="presOf" srcId="{CAC9573E-3508-4468-912F-89C1A6813ABE}" destId="{FD2566B2-A12A-41FF-B080-1910C3198D88}" srcOrd="0" destOrd="0" presId="urn:microsoft.com/office/officeart/2018/2/layout/IconLabelDescriptionList"/>
    <dgm:cxn modelId="{9DEA0CD4-A1ED-498A-A6E8-F38722BC1E3C}" type="presOf" srcId="{C72B1C00-BEC5-4625-9D08-7A855B14B111}" destId="{FD2566B2-A12A-41FF-B080-1910C3198D88}" srcOrd="0" destOrd="1" presId="urn:microsoft.com/office/officeart/2018/2/layout/IconLabelDescriptionList"/>
    <dgm:cxn modelId="{218341DD-610E-437C-91A5-F06F01085E2F}" srcId="{B6D7ECBF-1003-48BC-B55B-FB1EE17044EA}" destId="{CA737269-0C65-46E0-8467-6F9B56688103}" srcOrd="1" destOrd="0" parTransId="{A3DB5B65-C6C5-4388-9E2D-412E017CBCA0}" sibTransId="{E924E803-BDB3-4EE4-9A06-A2DE9625558B}"/>
    <dgm:cxn modelId="{9A8875F5-0199-44AD-8400-34D31910EB1E}" srcId="{7430466F-27BF-4455-8441-2846A0618848}" destId="{CAC9573E-3508-4468-912F-89C1A6813ABE}" srcOrd="0" destOrd="0" parTransId="{0C2FCD21-2FFA-4569-A505-E00483D89020}" sibTransId="{111E6B5C-6426-4E0E-9A38-BC37D88D8100}"/>
    <dgm:cxn modelId="{9B8F16FA-2DA4-4B3A-97E7-846B97677E45}" srcId="{BF549AF9-91C3-4B35-9D25-6DC6AE39F5AB}" destId="{EAEC740F-4426-4CC8-80C4-B16A169ED377}" srcOrd="0" destOrd="0" parTransId="{DFE30DE4-43D9-4EFB-919B-EC35465CA129}" sibTransId="{6843B4D6-B751-4570-9AF2-DA6E499D5820}"/>
    <dgm:cxn modelId="{8B2789B9-59AD-45DB-A069-A372444496FF}" type="presParOf" srcId="{0BE04940-E3F2-47D0-BE2C-5883D5611290}" destId="{D17449CA-992F-4E80-8EE9-F72DFC78DA22}" srcOrd="0" destOrd="0" presId="urn:microsoft.com/office/officeart/2018/2/layout/IconLabelDescriptionList"/>
    <dgm:cxn modelId="{DBE5CCC8-902B-4454-A1B5-119D203E5C73}" type="presParOf" srcId="{D17449CA-992F-4E80-8EE9-F72DFC78DA22}" destId="{C5C79A0D-4A7F-496A-AE6C-24492353247A}" srcOrd="0" destOrd="0" presId="urn:microsoft.com/office/officeart/2018/2/layout/IconLabelDescriptionList"/>
    <dgm:cxn modelId="{D29A0239-7ADC-4B55-A5E3-6DDBDEABAF1C}" type="presParOf" srcId="{D17449CA-992F-4E80-8EE9-F72DFC78DA22}" destId="{E8C84EE6-8524-438E-B170-34EAD94CCF7B}" srcOrd="1" destOrd="0" presId="urn:microsoft.com/office/officeart/2018/2/layout/IconLabelDescriptionList"/>
    <dgm:cxn modelId="{E4DAF2F9-ACC3-4A43-A73E-AF9AC0193A8E}" type="presParOf" srcId="{D17449CA-992F-4E80-8EE9-F72DFC78DA22}" destId="{B44F6D3A-3A5F-401C-841E-E2030F68318C}" srcOrd="2" destOrd="0" presId="urn:microsoft.com/office/officeart/2018/2/layout/IconLabelDescriptionList"/>
    <dgm:cxn modelId="{B4BB0CDF-BF4D-4225-8C3E-71B1EAD0E657}" type="presParOf" srcId="{D17449CA-992F-4E80-8EE9-F72DFC78DA22}" destId="{0E7EE1D6-148B-40D3-93DF-4A5958CAD0F2}" srcOrd="3" destOrd="0" presId="urn:microsoft.com/office/officeart/2018/2/layout/IconLabelDescriptionList"/>
    <dgm:cxn modelId="{B0C5B691-94CE-4F43-B69C-207F61B1792B}" type="presParOf" srcId="{D17449CA-992F-4E80-8EE9-F72DFC78DA22}" destId="{38AFE88C-8DCB-4F34-B7B4-04DA8AA6B746}" srcOrd="4" destOrd="0" presId="urn:microsoft.com/office/officeart/2018/2/layout/IconLabelDescriptionList"/>
    <dgm:cxn modelId="{403B4A68-869E-4D58-B461-BB6CB912AA5B}" type="presParOf" srcId="{0BE04940-E3F2-47D0-BE2C-5883D5611290}" destId="{435A0762-551C-453C-BE4C-304842E70D8E}" srcOrd="1" destOrd="0" presId="urn:microsoft.com/office/officeart/2018/2/layout/IconLabelDescriptionList"/>
    <dgm:cxn modelId="{D15640E6-D0C6-474D-98DE-179DAAD88E56}" type="presParOf" srcId="{0BE04940-E3F2-47D0-BE2C-5883D5611290}" destId="{7915E6C5-54A0-4585-ADE1-59FA93020DD5}" srcOrd="2" destOrd="0" presId="urn:microsoft.com/office/officeart/2018/2/layout/IconLabelDescriptionList"/>
    <dgm:cxn modelId="{41E01171-4C9B-4BF1-8B71-CA73D02030E8}" type="presParOf" srcId="{7915E6C5-54A0-4585-ADE1-59FA93020DD5}" destId="{50148449-ABF0-4845-AC5E-E8EF512DB2B6}" srcOrd="0" destOrd="0" presId="urn:microsoft.com/office/officeart/2018/2/layout/IconLabelDescriptionList"/>
    <dgm:cxn modelId="{49D622A6-94B6-4D1D-99E8-CD86090EA19E}" type="presParOf" srcId="{7915E6C5-54A0-4585-ADE1-59FA93020DD5}" destId="{811B227A-C331-463F-9CDA-7B4499169637}" srcOrd="1" destOrd="0" presId="urn:microsoft.com/office/officeart/2018/2/layout/IconLabelDescriptionList"/>
    <dgm:cxn modelId="{8F018D2C-DC7E-4F92-BA79-AE312EAE96CF}" type="presParOf" srcId="{7915E6C5-54A0-4585-ADE1-59FA93020DD5}" destId="{A4D4B52F-8C8F-40EE-9972-CFF6742B99DE}" srcOrd="2" destOrd="0" presId="urn:microsoft.com/office/officeart/2018/2/layout/IconLabelDescriptionList"/>
    <dgm:cxn modelId="{0E8CE060-3DEA-4CF2-B646-8D494DBF9AF7}" type="presParOf" srcId="{7915E6C5-54A0-4585-ADE1-59FA93020DD5}" destId="{F47039AD-38A0-497F-8A78-27ECA9540EC9}" srcOrd="3" destOrd="0" presId="urn:microsoft.com/office/officeart/2018/2/layout/IconLabelDescriptionList"/>
    <dgm:cxn modelId="{7DB3D4E2-5257-4B74-B4A1-4790A55433EF}" type="presParOf" srcId="{7915E6C5-54A0-4585-ADE1-59FA93020DD5}" destId="{8B5227D0-002A-4911-9C7D-6643F6C12F07}" srcOrd="4" destOrd="0" presId="urn:microsoft.com/office/officeart/2018/2/layout/IconLabelDescriptionList"/>
    <dgm:cxn modelId="{5277E8E9-B25F-4D87-967A-BC6944C0A589}" type="presParOf" srcId="{0BE04940-E3F2-47D0-BE2C-5883D5611290}" destId="{67547717-524D-4930-868F-CFA18DA78968}" srcOrd="3" destOrd="0" presId="urn:microsoft.com/office/officeart/2018/2/layout/IconLabelDescriptionList"/>
    <dgm:cxn modelId="{278D7FC1-1ADA-4048-866E-5EC811B0C63C}" type="presParOf" srcId="{0BE04940-E3F2-47D0-BE2C-5883D5611290}" destId="{ADDC6AC3-0681-4D89-8D83-68841F18FDCB}" srcOrd="4" destOrd="0" presId="urn:microsoft.com/office/officeart/2018/2/layout/IconLabelDescriptionList"/>
    <dgm:cxn modelId="{2C52181A-A59B-4837-9F4B-946822644785}" type="presParOf" srcId="{ADDC6AC3-0681-4D89-8D83-68841F18FDCB}" destId="{38464239-F011-4CD3-A702-49EA42F73DB6}" srcOrd="0" destOrd="0" presId="urn:microsoft.com/office/officeart/2018/2/layout/IconLabelDescriptionList"/>
    <dgm:cxn modelId="{F6E01F50-E2E4-48DC-B3BF-602C1BCAF709}" type="presParOf" srcId="{ADDC6AC3-0681-4D89-8D83-68841F18FDCB}" destId="{9989B5C2-E179-4C9D-83FB-77B087D8DB12}" srcOrd="1" destOrd="0" presId="urn:microsoft.com/office/officeart/2018/2/layout/IconLabelDescriptionList"/>
    <dgm:cxn modelId="{6E7A1348-5B10-49F1-A383-1F4CEEEA2519}" type="presParOf" srcId="{ADDC6AC3-0681-4D89-8D83-68841F18FDCB}" destId="{2122FA13-92B5-42D7-B38B-B8DC924EB300}" srcOrd="2" destOrd="0" presId="urn:microsoft.com/office/officeart/2018/2/layout/IconLabelDescriptionList"/>
    <dgm:cxn modelId="{03DA1DB8-ACDD-421B-A0E8-0BBDCB0FF92D}" type="presParOf" srcId="{ADDC6AC3-0681-4D89-8D83-68841F18FDCB}" destId="{AB999D2E-4BA7-460A-ACD4-E56D43802372}" srcOrd="3" destOrd="0" presId="urn:microsoft.com/office/officeart/2018/2/layout/IconLabelDescriptionList"/>
    <dgm:cxn modelId="{9ED9E275-85DD-4714-B629-9015B029592A}" type="presParOf" srcId="{ADDC6AC3-0681-4D89-8D83-68841F18FDCB}" destId="{834579D2-2167-4C49-BC57-61472060CB5C}" srcOrd="4" destOrd="0" presId="urn:microsoft.com/office/officeart/2018/2/layout/IconLabelDescriptionList"/>
    <dgm:cxn modelId="{A2AD6095-479A-46EE-B18C-41F341DAB45C}" type="presParOf" srcId="{0BE04940-E3F2-47D0-BE2C-5883D5611290}" destId="{B2BBDB6D-D5A1-4AF2-B086-0657398DDD2D}" srcOrd="5" destOrd="0" presId="urn:microsoft.com/office/officeart/2018/2/layout/IconLabelDescriptionList"/>
    <dgm:cxn modelId="{1F6FBEEB-D507-49AD-BAB9-1A1268782ECF}" type="presParOf" srcId="{0BE04940-E3F2-47D0-BE2C-5883D5611290}" destId="{2578B88C-F9C6-4BBB-88A4-B4E77888C8A9}" srcOrd="6" destOrd="0" presId="urn:microsoft.com/office/officeart/2018/2/layout/IconLabelDescriptionList"/>
    <dgm:cxn modelId="{12EC5EFC-3F18-462A-8084-8707359FDD97}" type="presParOf" srcId="{2578B88C-F9C6-4BBB-88A4-B4E77888C8A9}" destId="{9D910FFB-FD4B-4A3D-B425-DAC46FA3F248}" srcOrd="0" destOrd="0" presId="urn:microsoft.com/office/officeart/2018/2/layout/IconLabelDescriptionList"/>
    <dgm:cxn modelId="{6C016B67-D034-4890-A4F5-81AEDE10BF20}" type="presParOf" srcId="{2578B88C-F9C6-4BBB-88A4-B4E77888C8A9}" destId="{CE850249-EF38-4962-B729-F7AD84D206B0}" srcOrd="1" destOrd="0" presId="urn:microsoft.com/office/officeart/2018/2/layout/IconLabelDescriptionList"/>
    <dgm:cxn modelId="{2BBBD0AB-4FE3-4648-BF72-898E4AF1CAB3}" type="presParOf" srcId="{2578B88C-F9C6-4BBB-88A4-B4E77888C8A9}" destId="{99F5A994-2503-456F-8AA0-7CCA1787F953}" srcOrd="2" destOrd="0" presId="urn:microsoft.com/office/officeart/2018/2/layout/IconLabelDescriptionList"/>
    <dgm:cxn modelId="{B01487A3-2043-4987-8439-F8E450026EC1}" type="presParOf" srcId="{2578B88C-F9C6-4BBB-88A4-B4E77888C8A9}" destId="{F1783588-FB7B-408D-9559-75855B0608C0}" srcOrd="3" destOrd="0" presId="urn:microsoft.com/office/officeart/2018/2/layout/IconLabelDescriptionList"/>
    <dgm:cxn modelId="{E81E7B60-78B7-4D5B-AF90-8B2B1FB61B26}" type="presParOf" srcId="{2578B88C-F9C6-4BBB-88A4-B4E77888C8A9}" destId="{FD2566B2-A12A-41FF-B080-1910C3198D8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22CCDC-62C9-4EC3-98A0-27CF56F8A81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0CC503-748B-4D81-B761-FAD669B42E42}">
      <dgm:prSet/>
      <dgm:spPr/>
      <dgm:t>
        <a:bodyPr/>
        <a:lstStyle/>
        <a:p>
          <a:r>
            <a:rPr lang="en-US"/>
            <a:t>Static Functionality</a:t>
          </a:r>
        </a:p>
      </dgm:t>
    </dgm:pt>
    <dgm:pt modelId="{C185AA76-0DAB-4937-ACE5-6B51A9A32604}" type="parTrans" cxnId="{4D736C99-675B-4990-960B-17CF76C52D0E}">
      <dgm:prSet/>
      <dgm:spPr/>
      <dgm:t>
        <a:bodyPr/>
        <a:lstStyle/>
        <a:p>
          <a:endParaRPr lang="en-US"/>
        </a:p>
      </dgm:t>
    </dgm:pt>
    <dgm:pt modelId="{2F9EACF7-4DF2-41F2-8BA7-932BCF49695B}" type="sibTrans" cxnId="{4D736C99-675B-4990-960B-17CF76C52D0E}">
      <dgm:prSet/>
      <dgm:spPr/>
      <dgm:t>
        <a:bodyPr/>
        <a:lstStyle/>
        <a:p>
          <a:endParaRPr lang="en-US"/>
        </a:p>
      </dgm:t>
    </dgm:pt>
    <dgm:pt modelId="{F59AADE0-2B3D-4722-8850-7F16E37E856B}">
      <dgm:prSet/>
      <dgm:spPr/>
      <dgm:t>
        <a:bodyPr/>
        <a:lstStyle/>
        <a:p>
          <a:r>
            <a:rPr lang="en-US"/>
            <a:t>Decided to use WordPress again after events of Sprint 1</a:t>
          </a:r>
        </a:p>
      </dgm:t>
    </dgm:pt>
    <dgm:pt modelId="{E9841430-8B18-4C2B-BAE7-4712796D9780}" type="parTrans" cxnId="{166EB679-9A55-4D68-B957-604EFC6D0995}">
      <dgm:prSet/>
      <dgm:spPr/>
      <dgm:t>
        <a:bodyPr/>
        <a:lstStyle/>
        <a:p>
          <a:endParaRPr lang="en-US"/>
        </a:p>
      </dgm:t>
    </dgm:pt>
    <dgm:pt modelId="{43BB7368-F142-4B4C-B98D-C582EBA69919}" type="sibTrans" cxnId="{166EB679-9A55-4D68-B957-604EFC6D0995}">
      <dgm:prSet/>
      <dgm:spPr/>
      <dgm:t>
        <a:bodyPr/>
        <a:lstStyle/>
        <a:p>
          <a:endParaRPr lang="en-US"/>
        </a:p>
      </dgm:t>
    </dgm:pt>
    <dgm:pt modelId="{47F7DD95-10F9-4FE0-8ADF-EAF9F080E114}">
      <dgm:prSet/>
      <dgm:spPr/>
      <dgm:t>
        <a:bodyPr/>
        <a:lstStyle/>
        <a:p>
          <a:r>
            <a:rPr lang="en-US"/>
            <a:t>Currently using locally hosted HTML website for testing feature implementation</a:t>
          </a:r>
        </a:p>
      </dgm:t>
    </dgm:pt>
    <dgm:pt modelId="{38FD6907-749D-4E1B-AC9C-8C5F7306CEE0}" type="parTrans" cxnId="{46FA6014-DE80-4C7D-ABB1-87EAD04F91C9}">
      <dgm:prSet/>
      <dgm:spPr/>
      <dgm:t>
        <a:bodyPr/>
        <a:lstStyle/>
        <a:p>
          <a:endParaRPr lang="en-US"/>
        </a:p>
      </dgm:t>
    </dgm:pt>
    <dgm:pt modelId="{CB434090-CC36-45DC-BB99-B0484BB1C64B}" type="sibTrans" cxnId="{46FA6014-DE80-4C7D-ABB1-87EAD04F91C9}">
      <dgm:prSet/>
      <dgm:spPr/>
      <dgm:t>
        <a:bodyPr/>
        <a:lstStyle/>
        <a:p>
          <a:endParaRPr lang="en-US"/>
        </a:p>
      </dgm:t>
    </dgm:pt>
    <dgm:pt modelId="{43DB58CD-F7D6-4700-93F0-F9243BAF2D17}">
      <dgm:prSet/>
      <dgm:spPr/>
      <dgm:t>
        <a:bodyPr/>
        <a:lstStyle/>
        <a:p>
          <a:r>
            <a:rPr lang="en-US"/>
            <a:t>Adjusted UI to include requested features (login, inventory, scan, etc.)</a:t>
          </a:r>
        </a:p>
      </dgm:t>
    </dgm:pt>
    <dgm:pt modelId="{A23755FA-0C04-4412-8C14-17BD942CE153}" type="parTrans" cxnId="{AEAA09C8-E6A4-4A20-ABA6-984F68F60917}">
      <dgm:prSet/>
      <dgm:spPr/>
      <dgm:t>
        <a:bodyPr/>
        <a:lstStyle/>
        <a:p>
          <a:endParaRPr lang="en-US"/>
        </a:p>
      </dgm:t>
    </dgm:pt>
    <dgm:pt modelId="{F54E535E-A9A1-467C-95E5-68A169884307}" type="sibTrans" cxnId="{AEAA09C8-E6A4-4A20-ABA6-984F68F60917}">
      <dgm:prSet/>
      <dgm:spPr/>
      <dgm:t>
        <a:bodyPr/>
        <a:lstStyle/>
        <a:p>
          <a:endParaRPr lang="en-US"/>
        </a:p>
      </dgm:t>
    </dgm:pt>
    <dgm:pt modelId="{D9E7787D-928D-4EF3-8E21-E6B624C8E274}">
      <dgm:prSet/>
      <dgm:spPr/>
      <dgm:t>
        <a:bodyPr/>
        <a:lstStyle/>
        <a:p>
          <a:r>
            <a:rPr lang="en-US"/>
            <a:t>User Navigation and Responsiveness </a:t>
          </a:r>
        </a:p>
      </dgm:t>
    </dgm:pt>
    <dgm:pt modelId="{77AE8FDF-0E8B-4359-915A-9AEFB9CEE42D}" type="parTrans" cxnId="{B15AC948-B462-4238-9616-9D25FB043E4E}">
      <dgm:prSet/>
      <dgm:spPr/>
      <dgm:t>
        <a:bodyPr/>
        <a:lstStyle/>
        <a:p>
          <a:endParaRPr lang="en-US"/>
        </a:p>
      </dgm:t>
    </dgm:pt>
    <dgm:pt modelId="{493AA19C-41FA-4CE4-8EE4-6FC05EE8CD6C}" type="sibTrans" cxnId="{B15AC948-B462-4238-9616-9D25FB043E4E}">
      <dgm:prSet/>
      <dgm:spPr/>
      <dgm:t>
        <a:bodyPr/>
        <a:lstStyle/>
        <a:p>
          <a:endParaRPr lang="en-US"/>
        </a:p>
      </dgm:t>
    </dgm:pt>
    <dgm:pt modelId="{7037A7A4-AE34-4792-BF65-AEF399D8A04B}">
      <dgm:prSet/>
      <dgm:spPr/>
      <dgm:t>
        <a:bodyPr/>
        <a:lstStyle/>
        <a:p>
          <a:r>
            <a:rPr lang="en-US"/>
            <a:t>Application only meant for functionality as a website for terminal provided by client</a:t>
          </a:r>
        </a:p>
      </dgm:t>
    </dgm:pt>
    <dgm:pt modelId="{E062C221-026E-4EDB-AF87-E59820982340}" type="parTrans" cxnId="{15F3997F-F07E-4F88-B76B-79DCF1718DBB}">
      <dgm:prSet/>
      <dgm:spPr/>
      <dgm:t>
        <a:bodyPr/>
        <a:lstStyle/>
        <a:p>
          <a:endParaRPr lang="en-US"/>
        </a:p>
      </dgm:t>
    </dgm:pt>
    <dgm:pt modelId="{2E59C11D-92A2-46A0-992D-48C06F2ED95A}" type="sibTrans" cxnId="{15F3997F-F07E-4F88-B76B-79DCF1718DBB}">
      <dgm:prSet/>
      <dgm:spPr/>
      <dgm:t>
        <a:bodyPr/>
        <a:lstStyle/>
        <a:p>
          <a:endParaRPr lang="en-US"/>
        </a:p>
      </dgm:t>
    </dgm:pt>
    <dgm:pt modelId="{A1BE7138-269B-442A-870F-3DC0A4C5E2E2}">
      <dgm:prSet/>
      <dgm:spPr/>
      <dgm:t>
        <a:bodyPr/>
        <a:lstStyle/>
        <a:p>
          <a:r>
            <a:rPr lang="en-US"/>
            <a:t>As showcased in demo, current responsiveness meets expectations</a:t>
          </a:r>
        </a:p>
      </dgm:t>
    </dgm:pt>
    <dgm:pt modelId="{900757A4-327F-47B4-918A-611D738316F4}" type="parTrans" cxnId="{1E356ED5-2BB6-473E-9357-B756C6B01946}">
      <dgm:prSet/>
      <dgm:spPr/>
      <dgm:t>
        <a:bodyPr/>
        <a:lstStyle/>
        <a:p>
          <a:endParaRPr lang="en-US"/>
        </a:p>
      </dgm:t>
    </dgm:pt>
    <dgm:pt modelId="{9FA35EF4-C275-4DD2-AB18-18AB84328805}" type="sibTrans" cxnId="{1E356ED5-2BB6-473E-9357-B756C6B01946}">
      <dgm:prSet/>
      <dgm:spPr/>
      <dgm:t>
        <a:bodyPr/>
        <a:lstStyle/>
        <a:p>
          <a:endParaRPr lang="en-US"/>
        </a:p>
      </dgm:t>
    </dgm:pt>
    <dgm:pt modelId="{0F219E42-4AE4-4275-82F3-E0D16C29E46D}">
      <dgm:prSet/>
      <dgm:spPr/>
      <dgm:t>
        <a:bodyPr/>
        <a:lstStyle/>
        <a:p>
          <a:r>
            <a:rPr lang="en-US"/>
            <a:t>Navigation is typical and matches UI</a:t>
          </a:r>
        </a:p>
      </dgm:t>
    </dgm:pt>
    <dgm:pt modelId="{D5E35886-0911-40A9-BC03-6258D14CE5FD}" type="parTrans" cxnId="{87A5B797-F940-402E-B5DB-FE1807FA70FD}">
      <dgm:prSet/>
      <dgm:spPr/>
      <dgm:t>
        <a:bodyPr/>
        <a:lstStyle/>
        <a:p>
          <a:endParaRPr lang="en-US"/>
        </a:p>
      </dgm:t>
    </dgm:pt>
    <dgm:pt modelId="{E33A3D46-3F53-414B-A771-68F2FF96666A}" type="sibTrans" cxnId="{87A5B797-F940-402E-B5DB-FE1807FA70FD}">
      <dgm:prSet/>
      <dgm:spPr/>
      <dgm:t>
        <a:bodyPr/>
        <a:lstStyle/>
        <a:p>
          <a:endParaRPr lang="en-US"/>
        </a:p>
      </dgm:t>
    </dgm:pt>
    <dgm:pt modelId="{3520D41A-0C65-4AA0-8C5C-6AA2EAE14456}">
      <dgm:prSet/>
      <dgm:spPr/>
      <dgm:t>
        <a:bodyPr/>
        <a:lstStyle/>
        <a:p>
          <a:r>
            <a:rPr lang="en-US"/>
            <a:t>Alignment with Client Requirements </a:t>
          </a:r>
        </a:p>
      </dgm:t>
    </dgm:pt>
    <dgm:pt modelId="{E09D43DC-CD26-4C74-B691-8FAE7D4AF899}" type="parTrans" cxnId="{1F448C51-FDB1-42F1-84D5-F02C1617520E}">
      <dgm:prSet/>
      <dgm:spPr/>
      <dgm:t>
        <a:bodyPr/>
        <a:lstStyle/>
        <a:p>
          <a:endParaRPr lang="en-US"/>
        </a:p>
      </dgm:t>
    </dgm:pt>
    <dgm:pt modelId="{39902A21-29E9-4BE1-BBC5-CB1BF1110516}" type="sibTrans" cxnId="{1F448C51-FDB1-42F1-84D5-F02C1617520E}">
      <dgm:prSet/>
      <dgm:spPr/>
      <dgm:t>
        <a:bodyPr/>
        <a:lstStyle/>
        <a:p>
          <a:endParaRPr lang="en-US"/>
        </a:p>
      </dgm:t>
    </dgm:pt>
    <dgm:pt modelId="{DD2F5025-FAF6-450D-B1F5-564D9AD39D88}">
      <dgm:prSet/>
      <dgm:spPr/>
      <dgm:t>
        <a:bodyPr/>
        <a:lstStyle/>
        <a:p>
          <a:r>
            <a:rPr lang="en-US"/>
            <a:t>Requested work on inventory and barcode scanner first – website functions reflect this </a:t>
          </a:r>
        </a:p>
      </dgm:t>
    </dgm:pt>
    <dgm:pt modelId="{9AF72E10-084D-4B16-8A21-0D3368901D62}" type="parTrans" cxnId="{91F182C8-B016-474A-AEB1-5337038CFA24}">
      <dgm:prSet/>
      <dgm:spPr/>
      <dgm:t>
        <a:bodyPr/>
        <a:lstStyle/>
        <a:p>
          <a:endParaRPr lang="en-US"/>
        </a:p>
      </dgm:t>
    </dgm:pt>
    <dgm:pt modelId="{8119613F-DB59-4C66-A984-7D1B113469CB}" type="sibTrans" cxnId="{91F182C8-B016-474A-AEB1-5337038CFA24}">
      <dgm:prSet/>
      <dgm:spPr/>
      <dgm:t>
        <a:bodyPr/>
        <a:lstStyle/>
        <a:p>
          <a:endParaRPr lang="en-US"/>
        </a:p>
      </dgm:t>
    </dgm:pt>
    <dgm:pt modelId="{4361EE39-3717-4C31-B394-17DB6F815506}">
      <dgm:prSet/>
      <dgm:spPr/>
      <dgm:t>
        <a:bodyPr/>
        <a:lstStyle/>
        <a:p>
          <a:r>
            <a:rPr lang="en-US"/>
            <a:t>Clients wanted ounces of food checked out </a:t>
          </a:r>
        </a:p>
      </dgm:t>
    </dgm:pt>
    <dgm:pt modelId="{CA9BD1E9-1AB3-4A5F-92DC-D4CBA62631BE}" type="parTrans" cxnId="{07720781-EC3C-42F4-AF07-28F1348FF7B9}">
      <dgm:prSet/>
      <dgm:spPr/>
      <dgm:t>
        <a:bodyPr/>
        <a:lstStyle/>
        <a:p>
          <a:endParaRPr lang="en-US"/>
        </a:p>
      </dgm:t>
    </dgm:pt>
    <dgm:pt modelId="{710B2509-189B-4945-B297-3C3FD708582B}" type="sibTrans" cxnId="{07720781-EC3C-42F4-AF07-28F1348FF7B9}">
      <dgm:prSet/>
      <dgm:spPr/>
      <dgm:t>
        <a:bodyPr/>
        <a:lstStyle/>
        <a:p>
          <a:endParaRPr lang="en-US"/>
        </a:p>
      </dgm:t>
    </dgm:pt>
    <dgm:pt modelId="{44BCA4EC-13C0-4044-AB21-5EB65E6DC8F9}">
      <dgm:prSet/>
      <dgm:spPr/>
      <dgm:t>
        <a:bodyPr/>
        <a:lstStyle/>
        <a:p>
          <a:r>
            <a:rPr lang="en-US"/>
            <a:t>Keep items in database, even after stock reaches 0</a:t>
          </a:r>
        </a:p>
      </dgm:t>
    </dgm:pt>
    <dgm:pt modelId="{059DF9F0-09B7-4AB8-A076-2361EF961D94}" type="parTrans" cxnId="{8084AF25-26B3-4F1E-B7E0-4EC9354E3FB1}">
      <dgm:prSet/>
      <dgm:spPr/>
      <dgm:t>
        <a:bodyPr/>
        <a:lstStyle/>
        <a:p>
          <a:endParaRPr lang="en-US"/>
        </a:p>
      </dgm:t>
    </dgm:pt>
    <dgm:pt modelId="{6FEB55B0-EF47-4BF4-80C6-1D018E97E589}" type="sibTrans" cxnId="{8084AF25-26B3-4F1E-B7E0-4EC9354E3FB1}">
      <dgm:prSet/>
      <dgm:spPr/>
      <dgm:t>
        <a:bodyPr/>
        <a:lstStyle/>
        <a:p>
          <a:endParaRPr lang="en-US"/>
        </a:p>
      </dgm:t>
    </dgm:pt>
    <dgm:pt modelId="{73A8D1F5-5EF5-4238-8026-F99C96F02EBC}" type="pres">
      <dgm:prSet presAssocID="{5822CCDC-62C9-4EC3-98A0-27CF56F8A81E}" presName="Name0" presStyleCnt="0">
        <dgm:presLayoutVars>
          <dgm:dir/>
          <dgm:animLvl val="lvl"/>
          <dgm:resizeHandles val="exact"/>
        </dgm:presLayoutVars>
      </dgm:prSet>
      <dgm:spPr/>
    </dgm:pt>
    <dgm:pt modelId="{B35D756D-54DE-460E-B3C9-3D3BEAE32B7B}" type="pres">
      <dgm:prSet presAssocID="{0D0CC503-748B-4D81-B761-FAD669B42E42}" presName="composite" presStyleCnt="0"/>
      <dgm:spPr/>
    </dgm:pt>
    <dgm:pt modelId="{DDC076EC-32BA-47B5-8366-AB7A519A49FF}" type="pres">
      <dgm:prSet presAssocID="{0D0CC503-748B-4D81-B761-FAD669B42E4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AA45866-269F-41DF-BBFB-D6CD8E2BF712}" type="pres">
      <dgm:prSet presAssocID="{0D0CC503-748B-4D81-B761-FAD669B42E42}" presName="desTx" presStyleLbl="alignAccFollowNode1" presStyleIdx="0" presStyleCnt="3">
        <dgm:presLayoutVars>
          <dgm:bulletEnabled val="1"/>
        </dgm:presLayoutVars>
      </dgm:prSet>
      <dgm:spPr/>
    </dgm:pt>
    <dgm:pt modelId="{5159B123-7A66-4A33-9CD4-8E464ADA517A}" type="pres">
      <dgm:prSet presAssocID="{2F9EACF7-4DF2-41F2-8BA7-932BCF49695B}" presName="space" presStyleCnt="0"/>
      <dgm:spPr/>
    </dgm:pt>
    <dgm:pt modelId="{B12B50DB-42F5-410A-A0BD-A6FE63BD4C33}" type="pres">
      <dgm:prSet presAssocID="{D9E7787D-928D-4EF3-8E21-E6B624C8E274}" presName="composite" presStyleCnt="0"/>
      <dgm:spPr/>
    </dgm:pt>
    <dgm:pt modelId="{24BA45C8-C8E9-469A-A567-FBD521F0CEB0}" type="pres">
      <dgm:prSet presAssocID="{D9E7787D-928D-4EF3-8E21-E6B624C8E27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2D995A1-E711-427F-B2D9-8DA860C6BCB7}" type="pres">
      <dgm:prSet presAssocID="{D9E7787D-928D-4EF3-8E21-E6B624C8E274}" presName="desTx" presStyleLbl="alignAccFollowNode1" presStyleIdx="1" presStyleCnt="3">
        <dgm:presLayoutVars>
          <dgm:bulletEnabled val="1"/>
        </dgm:presLayoutVars>
      </dgm:prSet>
      <dgm:spPr/>
    </dgm:pt>
    <dgm:pt modelId="{95351672-2B19-4749-9DF2-BAAAE652A1D2}" type="pres">
      <dgm:prSet presAssocID="{493AA19C-41FA-4CE4-8EE4-6FC05EE8CD6C}" presName="space" presStyleCnt="0"/>
      <dgm:spPr/>
    </dgm:pt>
    <dgm:pt modelId="{65C7CFDC-ABFB-467C-9F96-B66CB2D911CE}" type="pres">
      <dgm:prSet presAssocID="{3520D41A-0C65-4AA0-8C5C-6AA2EAE14456}" presName="composite" presStyleCnt="0"/>
      <dgm:spPr/>
    </dgm:pt>
    <dgm:pt modelId="{9D6E4504-3A60-45E4-93DE-69D71E70F2F7}" type="pres">
      <dgm:prSet presAssocID="{3520D41A-0C65-4AA0-8C5C-6AA2EAE144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183502F-78FF-4C5C-937D-223F86A27CAD}" type="pres">
      <dgm:prSet presAssocID="{3520D41A-0C65-4AA0-8C5C-6AA2EAE144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3EB4808-840A-44D0-A32C-D665D3FA2403}" type="presOf" srcId="{D9E7787D-928D-4EF3-8E21-E6B624C8E274}" destId="{24BA45C8-C8E9-469A-A567-FBD521F0CEB0}" srcOrd="0" destOrd="0" presId="urn:microsoft.com/office/officeart/2005/8/layout/hList1"/>
    <dgm:cxn modelId="{6BA18A0A-6B41-4571-A7D3-4D79B7454613}" type="presOf" srcId="{DD2F5025-FAF6-450D-B1F5-564D9AD39D88}" destId="{D183502F-78FF-4C5C-937D-223F86A27CAD}" srcOrd="0" destOrd="0" presId="urn:microsoft.com/office/officeart/2005/8/layout/hList1"/>
    <dgm:cxn modelId="{A480DA10-292C-4569-B332-57E614BFB6F8}" type="presOf" srcId="{3520D41A-0C65-4AA0-8C5C-6AA2EAE14456}" destId="{9D6E4504-3A60-45E4-93DE-69D71E70F2F7}" srcOrd="0" destOrd="0" presId="urn:microsoft.com/office/officeart/2005/8/layout/hList1"/>
    <dgm:cxn modelId="{46FA6014-DE80-4C7D-ABB1-87EAD04F91C9}" srcId="{0D0CC503-748B-4D81-B761-FAD669B42E42}" destId="{47F7DD95-10F9-4FE0-8ADF-EAF9F080E114}" srcOrd="1" destOrd="0" parTransId="{38FD6907-749D-4E1B-AC9C-8C5F7306CEE0}" sibTransId="{CB434090-CC36-45DC-BB99-B0484BB1C64B}"/>
    <dgm:cxn modelId="{DADC771A-19E9-44F9-ABFB-F6F057210370}" type="presOf" srcId="{43DB58CD-F7D6-4700-93F0-F9243BAF2D17}" destId="{4AA45866-269F-41DF-BBFB-D6CD8E2BF712}" srcOrd="0" destOrd="2" presId="urn:microsoft.com/office/officeart/2005/8/layout/hList1"/>
    <dgm:cxn modelId="{0E597C21-CAF5-4F9F-BDFE-165070DFB4F5}" type="presOf" srcId="{5822CCDC-62C9-4EC3-98A0-27CF56F8A81E}" destId="{73A8D1F5-5EF5-4238-8026-F99C96F02EBC}" srcOrd="0" destOrd="0" presId="urn:microsoft.com/office/officeart/2005/8/layout/hList1"/>
    <dgm:cxn modelId="{8084AF25-26B3-4F1E-B7E0-4EC9354E3FB1}" srcId="{3520D41A-0C65-4AA0-8C5C-6AA2EAE14456}" destId="{44BCA4EC-13C0-4044-AB21-5EB65E6DC8F9}" srcOrd="2" destOrd="0" parTransId="{059DF9F0-09B7-4AB8-A076-2361EF961D94}" sibTransId="{6FEB55B0-EF47-4BF4-80C6-1D018E97E589}"/>
    <dgm:cxn modelId="{B15AC948-B462-4238-9616-9D25FB043E4E}" srcId="{5822CCDC-62C9-4EC3-98A0-27CF56F8A81E}" destId="{D9E7787D-928D-4EF3-8E21-E6B624C8E274}" srcOrd="1" destOrd="0" parTransId="{77AE8FDF-0E8B-4359-915A-9AEFB9CEE42D}" sibTransId="{493AA19C-41FA-4CE4-8EE4-6FC05EE8CD6C}"/>
    <dgm:cxn modelId="{3CB1FF6B-9AAA-4585-8640-A32B4A5B9F84}" type="presOf" srcId="{47F7DD95-10F9-4FE0-8ADF-EAF9F080E114}" destId="{4AA45866-269F-41DF-BBFB-D6CD8E2BF712}" srcOrd="0" destOrd="1" presId="urn:microsoft.com/office/officeart/2005/8/layout/hList1"/>
    <dgm:cxn modelId="{1F448C51-FDB1-42F1-84D5-F02C1617520E}" srcId="{5822CCDC-62C9-4EC3-98A0-27CF56F8A81E}" destId="{3520D41A-0C65-4AA0-8C5C-6AA2EAE14456}" srcOrd="2" destOrd="0" parTransId="{E09D43DC-CD26-4C74-B691-8FAE7D4AF899}" sibTransId="{39902A21-29E9-4BE1-BBC5-CB1BF1110516}"/>
    <dgm:cxn modelId="{166EB679-9A55-4D68-B957-604EFC6D0995}" srcId="{0D0CC503-748B-4D81-B761-FAD669B42E42}" destId="{F59AADE0-2B3D-4722-8850-7F16E37E856B}" srcOrd="0" destOrd="0" parTransId="{E9841430-8B18-4C2B-BAE7-4712796D9780}" sibTransId="{43BB7368-F142-4B4C-B98D-C582EBA69919}"/>
    <dgm:cxn modelId="{15F3997F-F07E-4F88-B76B-79DCF1718DBB}" srcId="{D9E7787D-928D-4EF3-8E21-E6B624C8E274}" destId="{7037A7A4-AE34-4792-BF65-AEF399D8A04B}" srcOrd="0" destOrd="0" parTransId="{E062C221-026E-4EDB-AF87-E59820982340}" sibTransId="{2E59C11D-92A2-46A0-992D-48C06F2ED95A}"/>
    <dgm:cxn modelId="{07720781-EC3C-42F4-AF07-28F1348FF7B9}" srcId="{3520D41A-0C65-4AA0-8C5C-6AA2EAE14456}" destId="{4361EE39-3717-4C31-B394-17DB6F815506}" srcOrd="1" destOrd="0" parTransId="{CA9BD1E9-1AB3-4A5F-92DC-D4CBA62631BE}" sibTransId="{710B2509-189B-4945-B297-3C3FD708582B}"/>
    <dgm:cxn modelId="{63B3E18F-4EF3-41C1-BAB2-25B80A399C22}" type="presOf" srcId="{0D0CC503-748B-4D81-B761-FAD669B42E42}" destId="{DDC076EC-32BA-47B5-8366-AB7A519A49FF}" srcOrd="0" destOrd="0" presId="urn:microsoft.com/office/officeart/2005/8/layout/hList1"/>
    <dgm:cxn modelId="{87A5B797-F940-402E-B5DB-FE1807FA70FD}" srcId="{D9E7787D-928D-4EF3-8E21-E6B624C8E274}" destId="{0F219E42-4AE4-4275-82F3-E0D16C29E46D}" srcOrd="2" destOrd="0" parTransId="{D5E35886-0911-40A9-BC03-6258D14CE5FD}" sibTransId="{E33A3D46-3F53-414B-A771-68F2FF96666A}"/>
    <dgm:cxn modelId="{986E0F99-AD41-42C5-88FE-E67A3995DE34}" type="presOf" srcId="{4361EE39-3717-4C31-B394-17DB6F815506}" destId="{D183502F-78FF-4C5C-937D-223F86A27CAD}" srcOrd="0" destOrd="1" presId="urn:microsoft.com/office/officeart/2005/8/layout/hList1"/>
    <dgm:cxn modelId="{4D736C99-675B-4990-960B-17CF76C52D0E}" srcId="{5822CCDC-62C9-4EC3-98A0-27CF56F8A81E}" destId="{0D0CC503-748B-4D81-B761-FAD669B42E42}" srcOrd="0" destOrd="0" parTransId="{C185AA76-0DAB-4937-ACE5-6B51A9A32604}" sibTransId="{2F9EACF7-4DF2-41F2-8BA7-932BCF49695B}"/>
    <dgm:cxn modelId="{AECB03C8-96B7-4E94-8A41-45162EEB6F1E}" type="presOf" srcId="{F59AADE0-2B3D-4722-8850-7F16E37E856B}" destId="{4AA45866-269F-41DF-BBFB-D6CD8E2BF712}" srcOrd="0" destOrd="0" presId="urn:microsoft.com/office/officeart/2005/8/layout/hList1"/>
    <dgm:cxn modelId="{AEAA09C8-E6A4-4A20-ABA6-984F68F60917}" srcId="{0D0CC503-748B-4D81-B761-FAD669B42E42}" destId="{43DB58CD-F7D6-4700-93F0-F9243BAF2D17}" srcOrd="2" destOrd="0" parTransId="{A23755FA-0C04-4412-8C14-17BD942CE153}" sibTransId="{F54E535E-A9A1-467C-95E5-68A169884307}"/>
    <dgm:cxn modelId="{91F182C8-B016-474A-AEB1-5337038CFA24}" srcId="{3520D41A-0C65-4AA0-8C5C-6AA2EAE14456}" destId="{DD2F5025-FAF6-450D-B1F5-564D9AD39D88}" srcOrd="0" destOrd="0" parTransId="{9AF72E10-084D-4B16-8A21-0D3368901D62}" sibTransId="{8119613F-DB59-4C66-A984-7D1B113469CB}"/>
    <dgm:cxn modelId="{1E356ED5-2BB6-473E-9357-B756C6B01946}" srcId="{D9E7787D-928D-4EF3-8E21-E6B624C8E274}" destId="{A1BE7138-269B-442A-870F-3DC0A4C5E2E2}" srcOrd="1" destOrd="0" parTransId="{900757A4-327F-47B4-918A-611D738316F4}" sibTransId="{9FA35EF4-C275-4DD2-AB18-18AB84328805}"/>
    <dgm:cxn modelId="{F0457FDF-CF3C-4B83-B1CA-63996240EA23}" type="presOf" srcId="{0F219E42-4AE4-4275-82F3-E0D16C29E46D}" destId="{D2D995A1-E711-427F-B2D9-8DA860C6BCB7}" srcOrd="0" destOrd="2" presId="urn:microsoft.com/office/officeart/2005/8/layout/hList1"/>
    <dgm:cxn modelId="{E90B2CEC-57DA-422A-A242-9CD54C1DAD09}" type="presOf" srcId="{7037A7A4-AE34-4792-BF65-AEF399D8A04B}" destId="{D2D995A1-E711-427F-B2D9-8DA860C6BCB7}" srcOrd="0" destOrd="0" presId="urn:microsoft.com/office/officeart/2005/8/layout/hList1"/>
    <dgm:cxn modelId="{3FBD34F0-6C8D-4503-83AF-698114757326}" type="presOf" srcId="{44BCA4EC-13C0-4044-AB21-5EB65E6DC8F9}" destId="{D183502F-78FF-4C5C-937D-223F86A27CAD}" srcOrd="0" destOrd="2" presId="urn:microsoft.com/office/officeart/2005/8/layout/hList1"/>
    <dgm:cxn modelId="{848886FE-FFA5-4525-9859-479E68595C64}" type="presOf" srcId="{A1BE7138-269B-442A-870F-3DC0A4C5E2E2}" destId="{D2D995A1-E711-427F-B2D9-8DA860C6BCB7}" srcOrd="0" destOrd="1" presId="urn:microsoft.com/office/officeart/2005/8/layout/hList1"/>
    <dgm:cxn modelId="{B2CC8CA8-FC13-44B7-AB25-9D89B82B6F18}" type="presParOf" srcId="{73A8D1F5-5EF5-4238-8026-F99C96F02EBC}" destId="{B35D756D-54DE-460E-B3C9-3D3BEAE32B7B}" srcOrd="0" destOrd="0" presId="urn:microsoft.com/office/officeart/2005/8/layout/hList1"/>
    <dgm:cxn modelId="{1317EE82-2A4C-4897-88CB-6D41EA6926C1}" type="presParOf" srcId="{B35D756D-54DE-460E-B3C9-3D3BEAE32B7B}" destId="{DDC076EC-32BA-47B5-8366-AB7A519A49FF}" srcOrd="0" destOrd="0" presId="urn:microsoft.com/office/officeart/2005/8/layout/hList1"/>
    <dgm:cxn modelId="{B7192E80-5A80-4DB4-A223-422D7579FB69}" type="presParOf" srcId="{B35D756D-54DE-460E-B3C9-3D3BEAE32B7B}" destId="{4AA45866-269F-41DF-BBFB-D6CD8E2BF712}" srcOrd="1" destOrd="0" presId="urn:microsoft.com/office/officeart/2005/8/layout/hList1"/>
    <dgm:cxn modelId="{728FECEF-7370-4B4A-877C-E6326255E991}" type="presParOf" srcId="{73A8D1F5-5EF5-4238-8026-F99C96F02EBC}" destId="{5159B123-7A66-4A33-9CD4-8E464ADA517A}" srcOrd="1" destOrd="0" presId="urn:microsoft.com/office/officeart/2005/8/layout/hList1"/>
    <dgm:cxn modelId="{C76AD9D4-09CC-4528-B2FF-1D03ECE5C57D}" type="presParOf" srcId="{73A8D1F5-5EF5-4238-8026-F99C96F02EBC}" destId="{B12B50DB-42F5-410A-A0BD-A6FE63BD4C33}" srcOrd="2" destOrd="0" presId="urn:microsoft.com/office/officeart/2005/8/layout/hList1"/>
    <dgm:cxn modelId="{F641FE4D-C8BC-40CF-A849-F9ED928FC4E4}" type="presParOf" srcId="{B12B50DB-42F5-410A-A0BD-A6FE63BD4C33}" destId="{24BA45C8-C8E9-469A-A567-FBD521F0CEB0}" srcOrd="0" destOrd="0" presId="urn:microsoft.com/office/officeart/2005/8/layout/hList1"/>
    <dgm:cxn modelId="{BCE45E86-98FF-4C3E-8272-374ABEB02986}" type="presParOf" srcId="{B12B50DB-42F5-410A-A0BD-A6FE63BD4C33}" destId="{D2D995A1-E711-427F-B2D9-8DA860C6BCB7}" srcOrd="1" destOrd="0" presId="urn:microsoft.com/office/officeart/2005/8/layout/hList1"/>
    <dgm:cxn modelId="{87015967-9130-474A-8169-4EE78EF65F1F}" type="presParOf" srcId="{73A8D1F5-5EF5-4238-8026-F99C96F02EBC}" destId="{95351672-2B19-4749-9DF2-BAAAE652A1D2}" srcOrd="3" destOrd="0" presId="urn:microsoft.com/office/officeart/2005/8/layout/hList1"/>
    <dgm:cxn modelId="{378A83A6-D801-4744-A7E1-08BF2E05E0A9}" type="presParOf" srcId="{73A8D1F5-5EF5-4238-8026-F99C96F02EBC}" destId="{65C7CFDC-ABFB-467C-9F96-B66CB2D911CE}" srcOrd="4" destOrd="0" presId="urn:microsoft.com/office/officeart/2005/8/layout/hList1"/>
    <dgm:cxn modelId="{B6B45A77-6182-4930-8800-F7B81675A4F2}" type="presParOf" srcId="{65C7CFDC-ABFB-467C-9F96-B66CB2D911CE}" destId="{9D6E4504-3A60-45E4-93DE-69D71E70F2F7}" srcOrd="0" destOrd="0" presId="urn:microsoft.com/office/officeart/2005/8/layout/hList1"/>
    <dgm:cxn modelId="{A59C9D46-31FD-4819-B67F-EB291E141CEC}" type="presParOf" srcId="{65C7CFDC-ABFB-467C-9F96-B66CB2D911CE}" destId="{D183502F-78FF-4C5C-937D-223F86A27C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A22A94-3215-48C1-A318-A7EF3AF8E1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50B877-5D85-4E06-B5B1-FC8FE0278119}">
      <dgm:prSet/>
      <dgm:spPr/>
      <dgm:t>
        <a:bodyPr/>
        <a:lstStyle/>
        <a:p>
          <a:pPr>
            <a:defRPr b="1"/>
          </a:pPr>
          <a:r>
            <a:rPr lang="en-US"/>
            <a:t>System Architecture </a:t>
          </a:r>
        </a:p>
      </dgm:t>
    </dgm:pt>
    <dgm:pt modelId="{249CDA45-2D97-4431-B11D-B87FE401D04E}" type="parTrans" cxnId="{575F54C7-8841-4603-87CD-CB3EA59EE6F4}">
      <dgm:prSet/>
      <dgm:spPr/>
      <dgm:t>
        <a:bodyPr/>
        <a:lstStyle/>
        <a:p>
          <a:endParaRPr lang="en-US"/>
        </a:p>
      </dgm:t>
    </dgm:pt>
    <dgm:pt modelId="{86CFA322-FCA0-46CC-833A-B8573A6845D8}" type="sibTrans" cxnId="{575F54C7-8841-4603-87CD-CB3EA59EE6F4}">
      <dgm:prSet/>
      <dgm:spPr/>
      <dgm:t>
        <a:bodyPr/>
        <a:lstStyle/>
        <a:p>
          <a:endParaRPr lang="en-US"/>
        </a:p>
      </dgm:t>
    </dgm:pt>
    <dgm:pt modelId="{8E7EA65D-75A4-4F04-BA5C-FEEC9DF4F3E2}">
      <dgm:prSet/>
      <dgm:spPr/>
      <dgm:t>
        <a:bodyPr/>
        <a:lstStyle/>
        <a:p>
          <a:r>
            <a:rPr lang="en-US"/>
            <a:t>Clients requested use of WordPress – currently, still working with contacts on that front</a:t>
          </a:r>
        </a:p>
      </dgm:t>
    </dgm:pt>
    <dgm:pt modelId="{6820BAA9-0ABA-4BAD-9FFB-FDB9B3F71E47}" type="parTrans" cxnId="{A80BC843-99AD-49D3-9E0F-DF6BEB74D39C}">
      <dgm:prSet/>
      <dgm:spPr/>
      <dgm:t>
        <a:bodyPr/>
        <a:lstStyle/>
        <a:p>
          <a:endParaRPr lang="en-US"/>
        </a:p>
      </dgm:t>
    </dgm:pt>
    <dgm:pt modelId="{9839D1F9-2DB9-4253-ADD3-D0B90E7AF207}" type="sibTrans" cxnId="{A80BC843-99AD-49D3-9E0F-DF6BEB74D39C}">
      <dgm:prSet/>
      <dgm:spPr/>
      <dgm:t>
        <a:bodyPr/>
        <a:lstStyle/>
        <a:p>
          <a:endParaRPr lang="en-US"/>
        </a:p>
      </dgm:t>
    </dgm:pt>
    <dgm:pt modelId="{860EECC7-33A3-48EA-A83B-19D0089E670B}">
      <dgm:prSet/>
      <dgm:spPr/>
      <dgm:t>
        <a:bodyPr/>
        <a:lstStyle/>
        <a:p>
          <a:r>
            <a:rPr lang="en-US"/>
            <a:t>Major components include login, inventory, and volunteer tracking </a:t>
          </a:r>
        </a:p>
      </dgm:t>
    </dgm:pt>
    <dgm:pt modelId="{880DD23B-CAF5-49A2-89CA-180495799292}" type="parTrans" cxnId="{307F64F0-986E-44B9-9E2F-EF3D8B04C535}">
      <dgm:prSet/>
      <dgm:spPr/>
      <dgm:t>
        <a:bodyPr/>
        <a:lstStyle/>
        <a:p>
          <a:endParaRPr lang="en-US"/>
        </a:p>
      </dgm:t>
    </dgm:pt>
    <dgm:pt modelId="{98389F53-07F0-40C0-AE5C-D2EFBF6EB402}" type="sibTrans" cxnId="{307F64F0-986E-44B9-9E2F-EF3D8B04C535}">
      <dgm:prSet/>
      <dgm:spPr/>
      <dgm:t>
        <a:bodyPr/>
        <a:lstStyle/>
        <a:p>
          <a:endParaRPr lang="en-US"/>
        </a:p>
      </dgm:t>
    </dgm:pt>
    <dgm:pt modelId="{F989F041-61B5-41F7-91CB-EE16728AE5E4}">
      <dgm:prSet/>
      <dgm:spPr/>
      <dgm:t>
        <a:bodyPr/>
        <a:lstStyle/>
        <a:p>
          <a:r>
            <a:rPr lang="en-US"/>
            <a:t>Components directly tied to each other for thorough function of entire system</a:t>
          </a:r>
        </a:p>
      </dgm:t>
    </dgm:pt>
    <dgm:pt modelId="{6FAB9431-B6D2-4210-9483-6612214EAFFD}" type="parTrans" cxnId="{C04DADBF-ACA5-4A6B-980E-63AADC0E06AA}">
      <dgm:prSet/>
      <dgm:spPr/>
      <dgm:t>
        <a:bodyPr/>
        <a:lstStyle/>
        <a:p>
          <a:endParaRPr lang="en-US"/>
        </a:p>
      </dgm:t>
    </dgm:pt>
    <dgm:pt modelId="{E234B567-AC19-4014-932D-4B793496C448}" type="sibTrans" cxnId="{C04DADBF-ACA5-4A6B-980E-63AADC0E06AA}">
      <dgm:prSet/>
      <dgm:spPr/>
      <dgm:t>
        <a:bodyPr/>
        <a:lstStyle/>
        <a:p>
          <a:endParaRPr lang="en-US"/>
        </a:p>
      </dgm:t>
    </dgm:pt>
    <dgm:pt modelId="{40D95543-9EA4-4EA6-9E70-395BC7C2CB2A}">
      <dgm:prSet/>
      <dgm:spPr/>
      <dgm:t>
        <a:bodyPr/>
        <a:lstStyle/>
        <a:p>
          <a:pPr>
            <a:defRPr b="1"/>
          </a:pPr>
          <a:r>
            <a:rPr lang="en-US"/>
            <a:t>Database Design </a:t>
          </a:r>
        </a:p>
      </dgm:t>
    </dgm:pt>
    <dgm:pt modelId="{76111C07-9685-4476-8C0C-0A88692FEA4E}" type="parTrans" cxnId="{295B6337-9C98-4F17-A676-DBEA1A7293DA}">
      <dgm:prSet/>
      <dgm:spPr/>
      <dgm:t>
        <a:bodyPr/>
        <a:lstStyle/>
        <a:p>
          <a:endParaRPr lang="en-US"/>
        </a:p>
      </dgm:t>
    </dgm:pt>
    <dgm:pt modelId="{14D2A4F0-D463-46BF-BECD-B057920337AA}" type="sibTrans" cxnId="{295B6337-9C98-4F17-A676-DBEA1A7293DA}">
      <dgm:prSet/>
      <dgm:spPr/>
      <dgm:t>
        <a:bodyPr/>
        <a:lstStyle/>
        <a:p>
          <a:endParaRPr lang="en-US"/>
        </a:p>
      </dgm:t>
    </dgm:pt>
    <dgm:pt modelId="{CEBFA87B-5C16-4F0D-BDFF-75623D5791BA}">
      <dgm:prSet/>
      <dgm:spPr/>
      <dgm:t>
        <a:bodyPr/>
        <a:lstStyle/>
        <a:p>
          <a:r>
            <a:rPr lang="en-US"/>
            <a:t>Shown in following slide</a:t>
          </a:r>
        </a:p>
      </dgm:t>
    </dgm:pt>
    <dgm:pt modelId="{B6709D8D-378D-463E-BD1B-C27B6E54F949}" type="parTrans" cxnId="{593810E8-7E77-4A87-8F52-279140059506}">
      <dgm:prSet/>
      <dgm:spPr/>
      <dgm:t>
        <a:bodyPr/>
        <a:lstStyle/>
        <a:p>
          <a:endParaRPr lang="en-US"/>
        </a:p>
      </dgm:t>
    </dgm:pt>
    <dgm:pt modelId="{F86F982C-AED2-4809-8BDD-B328F886A640}" type="sibTrans" cxnId="{593810E8-7E77-4A87-8F52-279140059506}">
      <dgm:prSet/>
      <dgm:spPr/>
      <dgm:t>
        <a:bodyPr/>
        <a:lstStyle/>
        <a:p>
          <a:endParaRPr lang="en-US"/>
        </a:p>
      </dgm:t>
    </dgm:pt>
    <dgm:pt modelId="{BC6201AB-E15B-417E-954E-253E398A912A}">
      <dgm:prSet/>
      <dgm:spPr/>
      <dgm:t>
        <a:bodyPr/>
        <a:lstStyle/>
        <a:p>
          <a:pPr>
            <a:defRPr b="1"/>
          </a:pPr>
          <a:r>
            <a:rPr lang="en-US"/>
            <a:t>User Interface Design </a:t>
          </a:r>
        </a:p>
      </dgm:t>
    </dgm:pt>
    <dgm:pt modelId="{F417F045-2B6F-480C-9E52-15B9B44C101A}" type="parTrans" cxnId="{8A92E015-41AA-4E7D-9363-709377DCEBFE}">
      <dgm:prSet/>
      <dgm:spPr/>
      <dgm:t>
        <a:bodyPr/>
        <a:lstStyle/>
        <a:p>
          <a:endParaRPr lang="en-US"/>
        </a:p>
      </dgm:t>
    </dgm:pt>
    <dgm:pt modelId="{583C06AF-9F5B-4016-B78D-CC93B23FAAB4}" type="sibTrans" cxnId="{8A92E015-41AA-4E7D-9363-709377DCEBFE}">
      <dgm:prSet/>
      <dgm:spPr/>
      <dgm:t>
        <a:bodyPr/>
        <a:lstStyle/>
        <a:p>
          <a:endParaRPr lang="en-US"/>
        </a:p>
      </dgm:t>
    </dgm:pt>
    <dgm:pt modelId="{41CA7E30-27BD-45A5-9097-713B8F14CC28}">
      <dgm:prSet/>
      <dgm:spPr/>
      <dgm:t>
        <a:bodyPr/>
        <a:lstStyle/>
        <a:p>
          <a:r>
            <a:rPr lang="en-US"/>
            <a:t>Current UI structure, shown in features demo, is temporary for sake of feature testing </a:t>
          </a:r>
        </a:p>
      </dgm:t>
    </dgm:pt>
    <dgm:pt modelId="{A4B62613-505E-4CC5-A44D-10C623D6327D}" type="parTrans" cxnId="{0B983E4C-37AE-4E6D-AB31-90BC79A2F08F}">
      <dgm:prSet/>
      <dgm:spPr/>
      <dgm:t>
        <a:bodyPr/>
        <a:lstStyle/>
        <a:p>
          <a:endParaRPr lang="en-US"/>
        </a:p>
      </dgm:t>
    </dgm:pt>
    <dgm:pt modelId="{6622F25A-DFBF-4C42-8DEC-77A04B36FAAD}" type="sibTrans" cxnId="{0B983E4C-37AE-4E6D-AB31-90BC79A2F08F}">
      <dgm:prSet/>
      <dgm:spPr/>
      <dgm:t>
        <a:bodyPr/>
        <a:lstStyle/>
        <a:p>
          <a:endParaRPr lang="en-US"/>
        </a:p>
      </dgm:t>
    </dgm:pt>
    <dgm:pt modelId="{F4717A65-55E1-4357-995E-C72E0CD09C66}">
      <dgm:prSet/>
      <dgm:spPr/>
      <dgm:t>
        <a:bodyPr/>
        <a:lstStyle/>
        <a:p>
          <a:r>
            <a:rPr lang="en-US"/>
            <a:t>Following client feedback, inventory system improved by variable quantity input for efficiency</a:t>
          </a:r>
        </a:p>
      </dgm:t>
    </dgm:pt>
    <dgm:pt modelId="{5267D15D-A92F-4EDB-B072-B0D394D2E864}" type="parTrans" cxnId="{50BD0EA6-8DA0-41E7-B6E7-46E82F5C07C8}">
      <dgm:prSet/>
      <dgm:spPr/>
      <dgm:t>
        <a:bodyPr/>
        <a:lstStyle/>
        <a:p>
          <a:endParaRPr lang="en-US"/>
        </a:p>
      </dgm:t>
    </dgm:pt>
    <dgm:pt modelId="{B9B477FA-E01C-449D-853D-B9F790C6F819}" type="sibTrans" cxnId="{50BD0EA6-8DA0-41E7-B6E7-46E82F5C07C8}">
      <dgm:prSet/>
      <dgm:spPr/>
      <dgm:t>
        <a:bodyPr/>
        <a:lstStyle/>
        <a:p>
          <a:endParaRPr lang="en-US"/>
        </a:p>
      </dgm:t>
    </dgm:pt>
    <dgm:pt modelId="{D1DBDC46-ED76-4DA7-A71A-655D832D3346}">
      <dgm:prSet/>
      <dgm:spPr/>
      <dgm:t>
        <a:bodyPr/>
        <a:lstStyle/>
        <a:p>
          <a:r>
            <a:rPr lang="en-US"/>
            <a:t>New fields and trackers added in consideration of client requirements</a:t>
          </a:r>
        </a:p>
      </dgm:t>
    </dgm:pt>
    <dgm:pt modelId="{54920A18-9DE5-44C1-83F1-F1651B650D06}" type="parTrans" cxnId="{3C13CB74-FE62-4EB6-9CB5-6AE0D499998D}">
      <dgm:prSet/>
      <dgm:spPr/>
      <dgm:t>
        <a:bodyPr/>
        <a:lstStyle/>
        <a:p>
          <a:endParaRPr lang="en-US"/>
        </a:p>
      </dgm:t>
    </dgm:pt>
    <dgm:pt modelId="{7202207E-6864-461B-97F5-0AC4EAB8C064}" type="sibTrans" cxnId="{3C13CB74-FE62-4EB6-9CB5-6AE0D499998D}">
      <dgm:prSet/>
      <dgm:spPr/>
      <dgm:t>
        <a:bodyPr/>
        <a:lstStyle/>
        <a:p>
          <a:endParaRPr lang="en-US"/>
        </a:p>
      </dgm:t>
    </dgm:pt>
    <dgm:pt modelId="{C17B8F4B-BE9D-433F-97F2-0F9557C67F85}">
      <dgm:prSet/>
      <dgm:spPr/>
      <dgm:t>
        <a:bodyPr/>
        <a:lstStyle/>
        <a:p>
          <a:pPr>
            <a:defRPr b="1"/>
          </a:pPr>
          <a:r>
            <a:rPr lang="en-US"/>
            <a:t>Testing Plan </a:t>
          </a:r>
        </a:p>
      </dgm:t>
    </dgm:pt>
    <dgm:pt modelId="{823D844B-E516-4B7B-99D5-EB83E3CEEB6B}" type="parTrans" cxnId="{EB9B37ED-13D9-4281-9FD3-9AC5B96048B6}">
      <dgm:prSet/>
      <dgm:spPr/>
      <dgm:t>
        <a:bodyPr/>
        <a:lstStyle/>
        <a:p>
          <a:endParaRPr lang="en-US"/>
        </a:p>
      </dgm:t>
    </dgm:pt>
    <dgm:pt modelId="{8BFA977C-DE63-4D13-86B7-7A0C1C920C1B}" type="sibTrans" cxnId="{EB9B37ED-13D9-4281-9FD3-9AC5B96048B6}">
      <dgm:prSet/>
      <dgm:spPr/>
      <dgm:t>
        <a:bodyPr/>
        <a:lstStyle/>
        <a:p>
          <a:endParaRPr lang="en-US"/>
        </a:p>
      </dgm:t>
    </dgm:pt>
    <dgm:pt modelId="{315629EA-E534-4FCC-A940-7E7494B2487D}">
      <dgm:prSet/>
      <dgm:spPr/>
      <dgm:t>
        <a:bodyPr/>
        <a:lstStyle/>
        <a:p>
          <a:r>
            <a:rPr lang="en-US" dirty="0"/>
            <a:t>Edge cases covered during development of inventory features </a:t>
          </a:r>
        </a:p>
      </dgm:t>
    </dgm:pt>
    <dgm:pt modelId="{7F97325A-3F5D-4814-9BD0-0862C4267AEB}" type="parTrans" cxnId="{739FB656-9C62-4E3C-8664-D6BCF103327B}">
      <dgm:prSet/>
      <dgm:spPr/>
      <dgm:t>
        <a:bodyPr/>
        <a:lstStyle/>
        <a:p>
          <a:endParaRPr lang="en-US"/>
        </a:p>
      </dgm:t>
    </dgm:pt>
    <dgm:pt modelId="{7B1E94AE-16F4-49F7-BB74-881614DC9A7C}" type="sibTrans" cxnId="{739FB656-9C62-4E3C-8664-D6BCF103327B}">
      <dgm:prSet/>
      <dgm:spPr/>
      <dgm:t>
        <a:bodyPr/>
        <a:lstStyle/>
        <a:p>
          <a:endParaRPr lang="en-US"/>
        </a:p>
      </dgm:t>
    </dgm:pt>
    <dgm:pt modelId="{D3F68611-FE38-4D73-8139-B65FF348A987}">
      <dgm:prSet/>
      <dgm:spPr/>
      <dgm:t>
        <a:bodyPr/>
        <a:lstStyle/>
        <a:p>
          <a:r>
            <a:rPr lang="en-US"/>
            <a:t>Testing undergone using barcode scanner to verify both hardware and software </a:t>
          </a:r>
        </a:p>
      </dgm:t>
    </dgm:pt>
    <dgm:pt modelId="{ED6ED51B-10CE-495F-ADE8-C6662F16F388}" type="parTrans" cxnId="{334FBD7A-89EA-4FD4-B52A-14A55678382D}">
      <dgm:prSet/>
      <dgm:spPr/>
      <dgm:t>
        <a:bodyPr/>
        <a:lstStyle/>
        <a:p>
          <a:endParaRPr lang="en-US"/>
        </a:p>
      </dgm:t>
    </dgm:pt>
    <dgm:pt modelId="{537A07C1-F940-4768-BD61-06BD35FDA912}" type="sibTrans" cxnId="{334FBD7A-89EA-4FD4-B52A-14A55678382D}">
      <dgm:prSet/>
      <dgm:spPr/>
      <dgm:t>
        <a:bodyPr/>
        <a:lstStyle/>
        <a:p>
          <a:endParaRPr lang="en-US"/>
        </a:p>
      </dgm:t>
    </dgm:pt>
    <dgm:pt modelId="{05AE9628-93B4-4F97-8F70-56082875E82B}">
      <dgm:prSet/>
      <dgm:spPr/>
      <dgm:t>
        <a:bodyPr/>
        <a:lstStyle/>
        <a:p>
          <a:r>
            <a:rPr lang="en-US"/>
            <a:t>Real-world testing by showing clients and discussing changes needed if using the application themselves</a:t>
          </a:r>
        </a:p>
      </dgm:t>
    </dgm:pt>
    <dgm:pt modelId="{4B59316C-80D2-4EC3-BDA9-3EECCE4BB8DA}" type="parTrans" cxnId="{AC4EA14C-141B-4E42-9B57-8DE9089E61FF}">
      <dgm:prSet/>
      <dgm:spPr/>
      <dgm:t>
        <a:bodyPr/>
        <a:lstStyle/>
        <a:p>
          <a:endParaRPr lang="en-US"/>
        </a:p>
      </dgm:t>
    </dgm:pt>
    <dgm:pt modelId="{A9E1EB3B-4503-4CD2-BFAB-4DA13295C68F}" type="sibTrans" cxnId="{AC4EA14C-141B-4E42-9B57-8DE9089E61FF}">
      <dgm:prSet/>
      <dgm:spPr/>
      <dgm:t>
        <a:bodyPr/>
        <a:lstStyle/>
        <a:p>
          <a:endParaRPr lang="en-US"/>
        </a:p>
      </dgm:t>
    </dgm:pt>
    <dgm:pt modelId="{505029A6-8F56-48CF-9F3E-02C144C95A29}" type="pres">
      <dgm:prSet presAssocID="{7DA22A94-3215-48C1-A318-A7EF3AF8E120}" presName="root" presStyleCnt="0">
        <dgm:presLayoutVars>
          <dgm:dir/>
          <dgm:resizeHandles val="exact"/>
        </dgm:presLayoutVars>
      </dgm:prSet>
      <dgm:spPr/>
    </dgm:pt>
    <dgm:pt modelId="{A1805607-F9D8-44E1-99C9-16B77BB8B011}" type="pres">
      <dgm:prSet presAssocID="{3750B877-5D85-4E06-B5B1-FC8FE0278119}" presName="compNode" presStyleCnt="0"/>
      <dgm:spPr/>
    </dgm:pt>
    <dgm:pt modelId="{387BEC33-6CDC-4016-9EC2-1857575969A9}" type="pres">
      <dgm:prSet presAssocID="{3750B877-5D85-4E06-B5B1-FC8FE02781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hitecture with solid fill"/>
        </a:ext>
      </dgm:extLst>
    </dgm:pt>
    <dgm:pt modelId="{81C94DD2-28F3-47B0-91E5-8456907E1ED5}" type="pres">
      <dgm:prSet presAssocID="{3750B877-5D85-4E06-B5B1-FC8FE0278119}" presName="iconSpace" presStyleCnt="0"/>
      <dgm:spPr/>
    </dgm:pt>
    <dgm:pt modelId="{3C34396D-F088-4EEA-A24F-F27BDF564926}" type="pres">
      <dgm:prSet presAssocID="{3750B877-5D85-4E06-B5B1-FC8FE0278119}" presName="parTx" presStyleLbl="revTx" presStyleIdx="0" presStyleCnt="8">
        <dgm:presLayoutVars>
          <dgm:chMax val="0"/>
          <dgm:chPref val="0"/>
        </dgm:presLayoutVars>
      </dgm:prSet>
      <dgm:spPr/>
    </dgm:pt>
    <dgm:pt modelId="{30133505-5E85-4297-86CF-DAA1EA0FEA1C}" type="pres">
      <dgm:prSet presAssocID="{3750B877-5D85-4E06-B5B1-FC8FE0278119}" presName="txSpace" presStyleCnt="0"/>
      <dgm:spPr/>
    </dgm:pt>
    <dgm:pt modelId="{DB488C23-AAEC-4730-9C8A-9C50E85A3215}" type="pres">
      <dgm:prSet presAssocID="{3750B877-5D85-4E06-B5B1-FC8FE0278119}" presName="desTx" presStyleLbl="revTx" presStyleIdx="1" presStyleCnt="8">
        <dgm:presLayoutVars/>
      </dgm:prSet>
      <dgm:spPr/>
    </dgm:pt>
    <dgm:pt modelId="{6E267F27-8523-4647-80B1-7AF6A7E68218}" type="pres">
      <dgm:prSet presAssocID="{86CFA322-FCA0-46CC-833A-B8573A6845D8}" presName="sibTrans" presStyleCnt="0"/>
      <dgm:spPr/>
    </dgm:pt>
    <dgm:pt modelId="{C41D49AC-7B6E-4A2F-8D8E-E4516EDDED98}" type="pres">
      <dgm:prSet presAssocID="{40D95543-9EA4-4EA6-9E70-395BC7C2CB2A}" presName="compNode" presStyleCnt="0"/>
      <dgm:spPr/>
    </dgm:pt>
    <dgm:pt modelId="{48E577C8-93E6-455A-BF7A-B421CB3FFC65}" type="pres">
      <dgm:prSet presAssocID="{40D95543-9EA4-4EA6-9E70-395BC7C2CB2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0CAF78CB-9B66-48CB-8154-D49B03090CE3}" type="pres">
      <dgm:prSet presAssocID="{40D95543-9EA4-4EA6-9E70-395BC7C2CB2A}" presName="iconSpace" presStyleCnt="0"/>
      <dgm:spPr/>
    </dgm:pt>
    <dgm:pt modelId="{8CA375B7-B7D1-4598-A121-EF0B47F1BC9E}" type="pres">
      <dgm:prSet presAssocID="{40D95543-9EA4-4EA6-9E70-395BC7C2CB2A}" presName="parTx" presStyleLbl="revTx" presStyleIdx="2" presStyleCnt="8">
        <dgm:presLayoutVars>
          <dgm:chMax val="0"/>
          <dgm:chPref val="0"/>
        </dgm:presLayoutVars>
      </dgm:prSet>
      <dgm:spPr/>
    </dgm:pt>
    <dgm:pt modelId="{7D967991-34CC-4AE7-B1B0-4ED9A7FD6B9F}" type="pres">
      <dgm:prSet presAssocID="{40D95543-9EA4-4EA6-9E70-395BC7C2CB2A}" presName="txSpace" presStyleCnt="0"/>
      <dgm:spPr/>
    </dgm:pt>
    <dgm:pt modelId="{EBD11AF1-A3E8-4BFD-B07D-5E2EB348E902}" type="pres">
      <dgm:prSet presAssocID="{40D95543-9EA4-4EA6-9E70-395BC7C2CB2A}" presName="desTx" presStyleLbl="revTx" presStyleIdx="3" presStyleCnt="8">
        <dgm:presLayoutVars/>
      </dgm:prSet>
      <dgm:spPr/>
    </dgm:pt>
    <dgm:pt modelId="{9E649063-A4BB-4938-8778-3C5E57AC554D}" type="pres">
      <dgm:prSet presAssocID="{14D2A4F0-D463-46BF-BECD-B057920337AA}" presName="sibTrans" presStyleCnt="0"/>
      <dgm:spPr/>
    </dgm:pt>
    <dgm:pt modelId="{E6F04621-9CD1-4A65-817A-6CC38569F629}" type="pres">
      <dgm:prSet presAssocID="{BC6201AB-E15B-417E-954E-253E398A912A}" presName="compNode" presStyleCnt="0"/>
      <dgm:spPr/>
    </dgm:pt>
    <dgm:pt modelId="{EBF8FD2C-032D-4F84-9558-7B57C0D485BC}" type="pres">
      <dgm:prSet presAssocID="{BC6201AB-E15B-417E-954E-253E398A91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i Ux with solid fill"/>
        </a:ext>
      </dgm:extLst>
    </dgm:pt>
    <dgm:pt modelId="{37B5D178-CAF9-4951-BB4D-6B03D6DBE648}" type="pres">
      <dgm:prSet presAssocID="{BC6201AB-E15B-417E-954E-253E398A912A}" presName="iconSpace" presStyleCnt="0"/>
      <dgm:spPr/>
    </dgm:pt>
    <dgm:pt modelId="{6641703B-77FE-475F-91CE-DEECBF868B8C}" type="pres">
      <dgm:prSet presAssocID="{BC6201AB-E15B-417E-954E-253E398A912A}" presName="parTx" presStyleLbl="revTx" presStyleIdx="4" presStyleCnt="8">
        <dgm:presLayoutVars>
          <dgm:chMax val="0"/>
          <dgm:chPref val="0"/>
        </dgm:presLayoutVars>
      </dgm:prSet>
      <dgm:spPr/>
    </dgm:pt>
    <dgm:pt modelId="{A06FEE71-057E-4322-94FE-1A8696340612}" type="pres">
      <dgm:prSet presAssocID="{BC6201AB-E15B-417E-954E-253E398A912A}" presName="txSpace" presStyleCnt="0"/>
      <dgm:spPr/>
    </dgm:pt>
    <dgm:pt modelId="{A3428F98-DC5E-4081-B028-14D44F14225E}" type="pres">
      <dgm:prSet presAssocID="{BC6201AB-E15B-417E-954E-253E398A912A}" presName="desTx" presStyleLbl="revTx" presStyleIdx="5" presStyleCnt="8">
        <dgm:presLayoutVars/>
      </dgm:prSet>
      <dgm:spPr/>
    </dgm:pt>
    <dgm:pt modelId="{7E7895A4-5F20-49A7-8225-B9A5289CCFAB}" type="pres">
      <dgm:prSet presAssocID="{583C06AF-9F5B-4016-B78D-CC93B23FAAB4}" presName="sibTrans" presStyleCnt="0"/>
      <dgm:spPr/>
    </dgm:pt>
    <dgm:pt modelId="{031C093D-5D39-498A-9E8A-270BCC30313E}" type="pres">
      <dgm:prSet presAssocID="{C17B8F4B-BE9D-433F-97F2-0F9557C67F85}" presName="compNode" presStyleCnt="0"/>
      <dgm:spPr/>
    </dgm:pt>
    <dgm:pt modelId="{7C6C8330-7033-4796-A7C6-8E668BA65C40}" type="pres">
      <dgm:prSet presAssocID="{C17B8F4B-BE9D-433F-97F2-0F9557C67F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541A85E0-97F3-40FF-B3A0-C80CAAA11CC0}" type="pres">
      <dgm:prSet presAssocID="{C17B8F4B-BE9D-433F-97F2-0F9557C67F85}" presName="iconSpace" presStyleCnt="0"/>
      <dgm:spPr/>
    </dgm:pt>
    <dgm:pt modelId="{56685049-1221-4C27-BF53-9BBFF1AAFF28}" type="pres">
      <dgm:prSet presAssocID="{C17B8F4B-BE9D-433F-97F2-0F9557C67F85}" presName="parTx" presStyleLbl="revTx" presStyleIdx="6" presStyleCnt="8">
        <dgm:presLayoutVars>
          <dgm:chMax val="0"/>
          <dgm:chPref val="0"/>
        </dgm:presLayoutVars>
      </dgm:prSet>
      <dgm:spPr/>
    </dgm:pt>
    <dgm:pt modelId="{85E5B5AA-A938-4E72-9410-FD6A0D808C61}" type="pres">
      <dgm:prSet presAssocID="{C17B8F4B-BE9D-433F-97F2-0F9557C67F85}" presName="txSpace" presStyleCnt="0"/>
      <dgm:spPr/>
    </dgm:pt>
    <dgm:pt modelId="{647DBABF-776E-4E10-A781-C07503427D19}" type="pres">
      <dgm:prSet presAssocID="{C17B8F4B-BE9D-433F-97F2-0F9557C67F85}" presName="desTx" presStyleLbl="revTx" presStyleIdx="7" presStyleCnt="8">
        <dgm:presLayoutVars/>
      </dgm:prSet>
      <dgm:spPr/>
    </dgm:pt>
  </dgm:ptLst>
  <dgm:cxnLst>
    <dgm:cxn modelId="{0682E40E-12A4-4640-860C-3AC8D10A0E1A}" type="presOf" srcId="{41CA7E30-27BD-45A5-9097-713B8F14CC28}" destId="{A3428F98-DC5E-4081-B028-14D44F14225E}" srcOrd="0" destOrd="0" presId="urn:microsoft.com/office/officeart/2018/2/layout/IconLabelDescriptionList"/>
    <dgm:cxn modelId="{8A92E015-41AA-4E7D-9363-709377DCEBFE}" srcId="{7DA22A94-3215-48C1-A318-A7EF3AF8E120}" destId="{BC6201AB-E15B-417E-954E-253E398A912A}" srcOrd="2" destOrd="0" parTransId="{F417F045-2B6F-480C-9E52-15B9B44C101A}" sibTransId="{583C06AF-9F5B-4016-B78D-CC93B23FAAB4}"/>
    <dgm:cxn modelId="{295B6337-9C98-4F17-A676-DBEA1A7293DA}" srcId="{7DA22A94-3215-48C1-A318-A7EF3AF8E120}" destId="{40D95543-9EA4-4EA6-9E70-395BC7C2CB2A}" srcOrd="1" destOrd="0" parTransId="{76111C07-9685-4476-8C0C-0A88692FEA4E}" sibTransId="{14D2A4F0-D463-46BF-BECD-B057920337AA}"/>
    <dgm:cxn modelId="{F7048E37-044B-4AB8-93F7-60294117A732}" type="presOf" srcId="{D3F68611-FE38-4D73-8139-B65FF348A987}" destId="{647DBABF-776E-4E10-A781-C07503427D19}" srcOrd="0" destOrd="1" presId="urn:microsoft.com/office/officeart/2018/2/layout/IconLabelDescriptionList"/>
    <dgm:cxn modelId="{A80BC843-99AD-49D3-9E0F-DF6BEB74D39C}" srcId="{3750B877-5D85-4E06-B5B1-FC8FE0278119}" destId="{8E7EA65D-75A4-4F04-BA5C-FEEC9DF4F3E2}" srcOrd="0" destOrd="0" parTransId="{6820BAA9-0ABA-4BAD-9FFB-FDB9B3F71E47}" sibTransId="{9839D1F9-2DB9-4253-ADD3-D0B90E7AF207}"/>
    <dgm:cxn modelId="{4505CD48-F8DF-4E2F-960A-90CE72891096}" type="presOf" srcId="{40D95543-9EA4-4EA6-9E70-395BC7C2CB2A}" destId="{8CA375B7-B7D1-4598-A121-EF0B47F1BC9E}" srcOrd="0" destOrd="0" presId="urn:microsoft.com/office/officeart/2018/2/layout/IconLabelDescriptionList"/>
    <dgm:cxn modelId="{0B983E4C-37AE-4E6D-AB31-90BC79A2F08F}" srcId="{BC6201AB-E15B-417E-954E-253E398A912A}" destId="{41CA7E30-27BD-45A5-9097-713B8F14CC28}" srcOrd="0" destOrd="0" parTransId="{A4B62613-505E-4CC5-A44D-10C623D6327D}" sibTransId="{6622F25A-DFBF-4C42-8DEC-77A04B36FAAD}"/>
    <dgm:cxn modelId="{AC4EA14C-141B-4E42-9B57-8DE9089E61FF}" srcId="{C17B8F4B-BE9D-433F-97F2-0F9557C67F85}" destId="{05AE9628-93B4-4F97-8F70-56082875E82B}" srcOrd="2" destOrd="0" parTransId="{4B59316C-80D2-4EC3-BDA9-3EECCE4BB8DA}" sibTransId="{A9E1EB3B-4503-4CD2-BFAB-4DA13295C68F}"/>
    <dgm:cxn modelId="{89B8BA6F-3B11-4814-BB6E-03C9584AC718}" type="presOf" srcId="{D1DBDC46-ED76-4DA7-A71A-655D832D3346}" destId="{A3428F98-DC5E-4081-B028-14D44F14225E}" srcOrd="0" destOrd="2" presId="urn:microsoft.com/office/officeart/2018/2/layout/IconLabelDescriptionList"/>
    <dgm:cxn modelId="{3C13CB74-FE62-4EB6-9CB5-6AE0D499998D}" srcId="{BC6201AB-E15B-417E-954E-253E398A912A}" destId="{D1DBDC46-ED76-4DA7-A71A-655D832D3346}" srcOrd="2" destOrd="0" parTransId="{54920A18-9DE5-44C1-83F1-F1651B650D06}" sibTransId="{7202207E-6864-461B-97F5-0AC4EAB8C064}"/>
    <dgm:cxn modelId="{987C2675-7367-496C-892F-BF5AF80EC7CB}" type="presOf" srcId="{05AE9628-93B4-4F97-8F70-56082875E82B}" destId="{647DBABF-776E-4E10-A781-C07503427D19}" srcOrd="0" destOrd="2" presId="urn:microsoft.com/office/officeart/2018/2/layout/IconLabelDescriptionList"/>
    <dgm:cxn modelId="{1818E475-5B52-4693-908F-7D194577202C}" type="presOf" srcId="{C17B8F4B-BE9D-433F-97F2-0F9557C67F85}" destId="{56685049-1221-4C27-BF53-9BBFF1AAFF28}" srcOrd="0" destOrd="0" presId="urn:microsoft.com/office/officeart/2018/2/layout/IconLabelDescriptionList"/>
    <dgm:cxn modelId="{739FB656-9C62-4E3C-8664-D6BCF103327B}" srcId="{C17B8F4B-BE9D-433F-97F2-0F9557C67F85}" destId="{315629EA-E534-4FCC-A940-7E7494B2487D}" srcOrd="0" destOrd="0" parTransId="{7F97325A-3F5D-4814-9BD0-0862C4267AEB}" sibTransId="{7B1E94AE-16F4-49F7-BB74-881614DC9A7C}"/>
    <dgm:cxn modelId="{334FBD7A-89EA-4FD4-B52A-14A55678382D}" srcId="{C17B8F4B-BE9D-433F-97F2-0F9557C67F85}" destId="{D3F68611-FE38-4D73-8139-B65FF348A987}" srcOrd="1" destOrd="0" parTransId="{ED6ED51B-10CE-495F-ADE8-C6662F16F388}" sibTransId="{537A07C1-F940-4768-BD61-06BD35FDA912}"/>
    <dgm:cxn modelId="{C5BFD87C-81D6-4F44-9733-6E3EC7A8CB1F}" type="presOf" srcId="{315629EA-E534-4FCC-A940-7E7494B2487D}" destId="{647DBABF-776E-4E10-A781-C07503427D19}" srcOrd="0" destOrd="0" presId="urn:microsoft.com/office/officeart/2018/2/layout/IconLabelDescriptionList"/>
    <dgm:cxn modelId="{C95E9F9C-2BE9-4C6D-8342-CC3B4303C22C}" type="presOf" srcId="{F4717A65-55E1-4357-995E-C72E0CD09C66}" destId="{A3428F98-DC5E-4081-B028-14D44F14225E}" srcOrd="0" destOrd="1" presId="urn:microsoft.com/office/officeart/2018/2/layout/IconLabelDescriptionList"/>
    <dgm:cxn modelId="{041A70A3-EED2-45A2-A444-BBEC4BE98744}" type="presOf" srcId="{CEBFA87B-5C16-4F0D-BDFF-75623D5791BA}" destId="{EBD11AF1-A3E8-4BFD-B07D-5E2EB348E902}" srcOrd="0" destOrd="0" presId="urn:microsoft.com/office/officeart/2018/2/layout/IconLabelDescriptionList"/>
    <dgm:cxn modelId="{50BD0EA6-8DA0-41E7-B6E7-46E82F5C07C8}" srcId="{BC6201AB-E15B-417E-954E-253E398A912A}" destId="{F4717A65-55E1-4357-995E-C72E0CD09C66}" srcOrd="1" destOrd="0" parTransId="{5267D15D-A92F-4EDB-B072-B0D394D2E864}" sibTransId="{B9B477FA-E01C-449D-853D-B9F790C6F819}"/>
    <dgm:cxn modelId="{D465E5A6-798B-46DC-8423-7869A071977A}" type="presOf" srcId="{7DA22A94-3215-48C1-A318-A7EF3AF8E120}" destId="{505029A6-8F56-48CF-9F3E-02C144C95A29}" srcOrd="0" destOrd="0" presId="urn:microsoft.com/office/officeart/2018/2/layout/IconLabelDescriptionList"/>
    <dgm:cxn modelId="{327832B7-E204-436A-9A30-0DB3280DEBFC}" type="presOf" srcId="{F989F041-61B5-41F7-91CB-EE16728AE5E4}" destId="{DB488C23-AAEC-4730-9C8A-9C50E85A3215}" srcOrd="0" destOrd="2" presId="urn:microsoft.com/office/officeart/2018/2/layout/IconLabelDescriptionList"/>
    <dgm:cxn modelId="{5C9D91B9-A216-4487-ACE1-303AE6D5984F}" type="presOf" srcId="{8E7EA65D-75A4-4F04-BA5C-FEEC9DF4F3E2}" destId="{DB488C23-AAEC-4730-9C8A-9C50E85A3215}" srcOrd="0" destOrd="0" presId="urn:microsoft.com/office/officeart/2018/2/layout/IconLabelDescriptionList"/>
    <dgm:cxn modelId="{C04DADBF-ACA5-4A6B-980E-63AADC0E06AA}" srcId="{3750B877-5D85-4E06-B5B1-FC8FE0278119}" destId="{F989F041-61B5-41F7-91CB-EE16728AE5E4}" srcOrd="2" destOrd="0" parTransId="{6FAB9431-B6D2-4210-9483-6612214EAFFD}" sibTransId="{E234B567-AC19-4014-932D-4B793496C448}"/>
    <dgm:cxn modelId="{575F54C7-8841-4603-87CD-CB3EA59EE6F4}" srcId="{7DA22A94-3215-48C1-A318-A7EF3AF8E120}" destId="{3750B877-5D85-4E06-B5B1-FC8FE0278119}" srcOrd="0" destOrd="0" parTransId="{249CDA45-2D97-4431-B11D-B87FE401D04E}" sibTransId="{86CFA322-FCA0-46CC-833A-B8573A6845D8}"/>
    <dgm:cxn modelId="{D553E5CB-D2F7-4F6A-80D7-F8AAE1CA45B4}" type="presOf" srcId="{3750B877-5D85-4E06-B5B1-FC8FE0278119}" destId="{3C34396D-F088-4EEA-A24F-F27BDF564926}" srcOrd="0" destOrd="0" presId="urn:microsoft.com/office/officeart/2018/2/layout/IconLabelDescriptionList"/>
    <dgm:cxn modelId="{593810E8-7E77-4A87-8F52-279140059506}" srcId="{40D95543-9EA4-4EA6-9E70-395BC7C2CB2A}" destId="{CEBFA87B-5C16-4F0D-BDFF-75623D5791BA}" srcOrd="0" destOrd="0" parTransId="{B6709D8D-378D-463E-BD1B-C27B6E54F949}" sibTransId="{F86F982C-AED2-4809-8BDD-B328F886A640}"/>
    <dgm:cxn modelId="{04A12EEB-BA67-4B39-8451-AAA8050072C2}" type="presOf" srcId="{860EECC7-33A3-48EA-A83B-19D0089E670B}" destId="{DB488C23-AAEC-4730-9C8A-9C50E85A3215}" srcOrd="0" destOrd="1" presId="urn:microsoft.com/office/officeart/2018/2/layout/IconLabelDescriptionList"/>
    <dgm:cxn modelId="{EB9B37ED-13D9-4281-9FD3-9AC5B96048B6}" srcId="{7DA22A94-3215-48C1-A318-A7EF3AF8E120}" destId="{C17B8F4B-BE9D-433F-97F2-0F9557C67F85}" srcOrd="3" destOrd="0" parTransId="{823D844B-E516-4B7B-99D5-EB83E3CEEB6B}" sibTransId="{8BFA977C-DE63-4D13-86B7-7A0C1C920C1B}"/>
    <dgm:cxn modelId="{307F64F0-986E-44B9-9E2F-EF3D8B04C535}" srcId="{3750B877-5D85-4E06-B5B1-FC8FE0278119}" destId="{860EECC7-33A3-48EA-A83B-19D0089E670B}" srcOrd="1" destOrd="0" parTransId="{880DD23B-CAF5-49A2-89CA-180495799292}" sibTransId="{98389F53-07F0-40C0-AE5C-D2EFBF6EB402}"/>
    <dgm:cxn modelId="{9EB73DF6-D320-4AC8-AF44-FD0CF505E6A7}" type="presOf" srcId="{BC6201AB-E15B-417E-954E-253E398A912A}" destId="{6641703B-77FE-475F-91CE-DEECBF868B8C}" srcOrd="0" destOrd="0" presId="urn:microsoft.com/office/officeart/2018/2/layout/IconLabelDescriptionList"/>
    <dgm:cxn modelId="{87B41473-5082-4167-B7A7-29F96A87F82D}" type="presParOf" srcId="{505029A6-8F56-48CF-9F3E-02C144C95A29}" destId="{A1805607-F9D8-44E1-99C9-16B77BB8B011}" srcOrd="0" destOrd="0" presId="urn:microsoft.com/office/officeart/2018/2/layout/IconLabelDescriptionList"/>
    <dgm:cxn modelId="{4CD0ECF9-FAD8-4370-B809-9D6084233DD9}" type="presParOf" srcId="{A1805607-F9D8-44E1-99C9-16B77BB8B011}" destId="{387BEC33-6CDC-4016-9EC2-1857575969A9}" srcOrd="0" destOrd="0" presId="urn:microsoft.com/office/officeart/2018/2/layout/IconLabelDescriptionList"/>
    <dgm:cxn modelId="{A77F2618-1ED2-4009-963A-D2F0EE7A5D59}" type="presParOf" srcId="{A1805607-F9D8-44E1-99C9-16B77BB8B011}" destId="{81C94DD2-28F3-47B0-91E5-8456907E1ED5}" srcOrd="1" destOrd="0" presId="urn:microsoft.com/office/officeart/2018/2/layout/IconLabelDescriptionList"/>
    <dgm:cxn modelId="{180CF4EA-DCFF-4AB7-A5C7-C1AA636E20F1}" type="presParOf" srcId="{A1805607-F9D8-44E1-99C9-16B77BB8B011}" destId="{3C34396D-F088-4EEA-A24F-F27BDF564926}" srcOrd="2" destOrd="0" presId="urn:microsoft.com/office/officeart/2018/2/layout/IconLabelDescriptionList"/>
    <dgm:cxn modelId="{73A074C2-F574-4C0F-BC13-107334214D87}" type="presParOf" srcId="{A1805607-F9D8-44E1-99C9-16B77BB8B011}" destId="{30133505-5E85-4297-86CF-DAA1EA0FEA1C}" srcOrd="3" destOrd="0" presId="urn:microsoft.com/office/officeart/2018/2/layout/IconLabelDescriptionList"/>
    <dgm:cxn modelId="{65808015-4415-482C-BBD4-ECA2F435D359}" type="presParOf" srcId="{A1805607-F9D8-44E1-99C9-16B77BB8B011}" destId="{DB488C23-AAEC-4730-9C8A-9C50E85A3215}" srcOrd="4" destOrd="0" presId="urn:microsoft.com/office/officeart/2018/2/layout/IconLabelDescriptionList"/>
    <dgm:cxn modelId="{5359266B-0808-4852-BB71-B1B04E731C82}" type="presParOf" srcId="{505029A6-8F56-48CF-9F3E-02C144C95A29}" destId="{6E267F27-8523-4647-80B1-7AF6A7E68218}" srcOrd="1" destOrd="0" presId="urn:microsoft.com/office/officeart/2018/2/layout/IconLabelDescriptionList"/>
    <dgm:cxn modelId="{48D396B5-1F44-4E62-B824-F7ECADD50591}" type="presParOf" srcId="{505029A6-8F56-48CF-9F3E-02C144C95A29}" destId="{C41D49AC-7B6E-4A2F-8D8E-E4516EDDED98}" srcOrd="2" destOrd="0" presId="urn:microsoft.com/office/officeart/2018/2/layout/IconLabelDescriptionList"/>
    <dgm:cxn modelId="{2F16E3C1-C955-4C01-AA03-964355C51210}" type="presParOf" srcId="{C41D49AC-7B6E-4A2F-8D8E-E4516EDDED98}" destId="{48E577C8-93E6-455A-BF7A-B421CB3FFC65}" srcOrd="0" destOrd="0" presId="urn:microsoft.com/office/officeart/2018/2/layout/IconLabelDescriptionList"/>
    <dgm:cxn modelId="{F2196FFD-C0B8-4A94-8E22-965869F87E68}" type="presParOf" srcId="{C41D49AC-7B6E-4A2F-8D8E-E4516EDDED98}" destId="{0CAF78CB-9B66-48CB-8154-D49B03090CE3}" srcOrd="1" destOrd="0" presId="urn:microsoft.com/office/officeart/2018/2/layout/IconLabelDescriptionList"/>
    <dgm:cxn modelId="{855FA926-D259-42F7-871E-06E42FB0652D}" type="presParOf" srcId="{C41D49AC-7B6E-4A2F-8D8E-E4516EDDED98}" destId="{8CA375B7-B7D1-4598-A121-EF0B47F1BC9E}" srcOrd="2" destOrd="0" presId="urn:microsoft.com/office/officeart/2018/2/layout/IconLabelDescriptionList"/>
    <dgm:cxn modelId="{1EC9F3A7-5EB8-460D-A0A8-51979B56172A}" type="presParOf" srcId="{C41D49AC-7B6E-4A2F-8D8E-E4516EDDED98}" destId="{7D967991-34CC-4AE7-B1B0-4ED9A7FD6B9F}" srcOrd="3" destOrd="0" presId="urn:microsoft.com/office/officeart/2018/2/layout/IconLabelDescriptionList"/>
    <dgm:cxn modelId="{B9CCD7DB-0671-4383-BBC4-41FC3D777135}" type="presParOf" srcId="{C41D49AC-7B6E-4A2F-8D8E-E4516EDDED98}" destId="{EBD11AF1-A3E8-4BFD-B07D-5E2EB348E902}" srcOrd="4" destOrd="0" presId="urn:microsoft.com/office/officeart/2018/2/layout/IconLabelDescriptionList"/>
    <dgm:cxn modelId="{E6F5BC7E-11B8-4BCE-ABA3-9BC21B0824A1}" type="presParOf" srcId="{505029A6-8F56-48CF-9F3E-02C144C95A29}" destId="{9E649063-A4BB-4938-8778-3C5E57AC554D}" srcOrd="3" destOrd="0" presId="urn:microsoft.com/office/officeart/2018/2/layout/IconLabelDescriptionList"/>
    <dgm:cxn modelId="{D4DD7325-895A-4A2E-9B07-576347216880}" type="presParOf" srcId="{505029A6-8F56-48CF-9F3E-02C144C95A29}" destId="{E6F04621-9CD1-4A65-817A-6CC38569F629}" srcOrd="4" destOrd="0" presId="urn:microsoft.com/office/officeart/2018/2/layout/IconLabelDescriptionList"/>
    <dgm:cxn modelId="{90C9B397-DE57-43C2-B56C-F2CE585893D1}" type="presParOf" srcId="{E6F04621-9CD1-4A65-817A-6CC38569F629}" destId="{EBF8FD2C-032D-4F84-9558-7B57C0D485BC}" srcOrd="0" destOrd="0" presId="urn:microsoft.com/office/officeart/2018/2/layout/IconLabelDescriptionList"/>
    <dgm:cxn modelId="{1A3F2028-C1F9-4327-9AB2-214D2060757A}" type="presParOf" srcId="{E6F04621-9CD1-4A65-817A-6CC38569F629}" destId="{37B5D178-CAF9-4951-BB4D-6B03D6DBE648}" srcOrd="1" destOrd="0" presId="urn:microsoft.com/office/officeart/2018/2/layout/IconLabelDescriptionList"/>
    <dgm:cxn modelId="{3B6B8898-F544-4069-9A64-47418C001F6F}" type="presParOf" srcId="{E6F04621-9CD1-4A65-817A-6CC38569F629}" destId="{6641703B-77FE-475F-91CE-DEECBF868B8C}" srcOrd="2" destOrd="0" presId="urn:microsoft.com/office/officeart/2018/2/layout/IconLabelDescriptionList"/>
    <dgm:cxn modelId="{35D20D34-D9CE-4BCB-AD28-3E172FECED1B}" type="presParOf" srcId="{E6F04621-9CD1-4A65-817A-6CC38569F629}" destId="{A06FEE71-057E-4322-94FE-1A8696340612}" srcOrd="3" destOrd="0" presId="urn:microsoft.com/office/officeart/2018/2/layout/IconLabelDescriptionList"/>
    <dgm:cxn modelId="{5746236D-94C3-4D2F-9C7D-990A514ECE5E}" type="presParOf" srcId="{E6F04621-9CD1-4A65-817A-6CC38569F629}" destId="{A3428F98-DC5E-4081-B028-14D44F14225E}" srcOrd="4" destOrd="0" presId="urn:microsoft.com/office/officeart/2018/2/layout/IconLabelDescriptionList"/>
    <dgm:cxn modelId="{A801F105-ACD7-4E28-AA52-B0D96BFB1903}" type="presParOf" srcId="{505029A6-8F56-48CF-9F3E-02C144C95A29}" destId="{7E7895A4-5F20-49A7-8225-B9A5289CCFAB}" srcOrd="5" destOrd="0" presId="urn:microsoft.com/office/officeart/2018/2/layout/IconLabelDescriptionList"/>
    <dgm:cxn modelId="{EDD2024D-7519-43C6-BB3C-9983F22FCD82}" type="presParOf" srcId="{505029A6-8F56-48CF-9F3E-02C144C95A29}" destId="{031C093D-5D39-498A-9E8A-270BCC30313E}" srcOrd="6" destOrd="0" presId="urn:microsoft.com/office/officeart/2018/2/layout/IconLabelDescriptionList"/>
    <dgm:cxn modelId="{1FA805C8-A170-4ECE-894A-B1190BEB61E7}" type="presParOf" srcId="{031C093D-5D39-498A-9E8A-270BCC30313E}" destId="{7C6C8330-7033-4796-A7C6-8E668BA65C40}" srcOrd="0" destOrd="0" presId="urn:microsoft.com/office/officeart/2018/2/layout/IconLabelDescriptionList"/>
    <dgm:cxn modelId="{63993DA4-5FE5-45CB-A000-3A944D8149DD}" type="presParOf" srcId="{031C093D-5D39-498A-9E8A-270BCC30313E}" destId="{541A85E0-97F3-40FF-B3A0-C80CAAA11CC0}" srcOrd="1" destOrd="0" presId="urn:microsoft.com/office/officeart/2018/2/layout/IconLabelDescriptionList"/>
    <dgm:cxn modelId="{E62C7A60-FE31-46B4-84DC-47E1B36D1834}" type="presParOf" srcId="{031C093D-5D39-498A-9E8A-270BCC30313E}" destId="{56685049-1221-4C27-BF53-9BBFF1AAFF28}" srcOrd="2" destOrd="0" presId="urn:microsoft.com/office/officeart/2018/2/layout/IconLabelDescriptionList"/>
    <dgm:cxn modelId="{B0DCB61B-04A8-4F4D-9ECA-636BD6AAA0C4}" type="presParOf" srcId="{031C093D-5D39-498A-9E8A-270BCC30313E}" destId="{85E5B5AA-A938-4E72-9410-FD6A0D808C61}" srcOrd="3" destOrd="0" presId="urn:microsoft.com/office/officeart/2018/2/layout/IconLabelDescriptionList"/>
    <dgm:cxn modelId="{DF177986-69B4-4D43-BBED-31BE44AAA723}" type="presParOf" srcId="{031C093D-5D39-498A-9E8A-270BCC30313E}" destId="{647DBABF-776E-4E10-A781-C07503427D1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AAFE7D-59EC-4AA4-B9FC-7E1FED2982A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DEDA0E-E6CE-4294-A9E5-807CDEF5048D}">
      <dgm:prSet/>
      <dgm:spPr/>
      <dgm:t>
        <a:bodyPr/>
        <a:lstStyle/>
        <a:p>
          <a:r>
            <a:rPr lang="en-US"/>
            <a:t>Achievements</a:t>
          </a:r>
        </a:p>
      </dgm:t>
    </dgm:pt>
    <dgm:pt modelId="{B791045B-4111-4B74-B9F2-D08CC4F6A792}" type="parTrans" cxnId="{6391DD86-0840-40BB-A72D-072BEC3A1371}">
      <dgm:prSet/>
      <dgm:spPr/>
      <dgm:t>
        <a:bodyPr/>
        <a:lstStyle/>
        <a:p>
          <a:endParaRPr lang="en-US"/>
        </a:p>
      </dgm:t>
    </dgm:pt>
    <dgm:pt modelId="{A2F959FE-00AC-4FC2-A4D3-079CD460F55D}" type="sibTrans" cxnId="{6391DD86-0840-40BB-A72D-072BEC3A1371}">
      <dgm:prSet/>
      <dgm:spPr/>
      <dgm:t>
        <a:bodyPr/>
        <a:lstStyle/>
        <a:p>
          <a:endParaRPr lang="en-US"/>
        </a:p>
      </dgm:t>
    </dgm:pt>
    <dgm:pt modelId="{66EB559D-C05E-46F0-8AD6-3C20A9623B1A}">
      <dgm:prSet/>
      <dgm:spPr/>
      <dgm:t>
        <a:bodyPr/>
        <a:lstStyle/>
        <a:p>
          <a:r>
            <a:rPr lang="en-US"/>
            <a:t>Began testing functionalities requested by clients to receive feedback </a:t>
          </a:r>
        </a:p>
      </dgm:t>
    </dgm:pt>
    <dgm:pt modelId="{6457A63F-5006-48FA-99EC-440742F9E1A1}" type="parTrans" cxnId="{BE5E574B-530F-41BC-8ED3-BB1BE52CD653}">
      <dgm:prSet/>
      <dgm:spPr/>
      <dgm:t>
        <a:bodyPr/>
        <a:lstStyle/>
        <a:p>
          <a:endParaRPr lang="en-US"/>
        </a:p>
      </dgm:t>
    </dgm:pt>
    <dgm:pt modelId="{1029D415-AED8-4D19-B1E8-CAC9C1CB8CD9}" type="sibTrans" cxnId="{BE5E574B-530F-41BC-8ED3-BB1BE52CD653}">
      <dgm:prSet/>
      <dgm:spPr/>
      <dgm:t>
        <a:bodyPr/>
        <a:lstStyle/>
        <a:p>
          <a:endParaRPr lang="en-US"/>
        </a:p>
      </dgm:t>
    </dgm:pt>
    <dgm:pt modelId="{1FDEE251-2B32-48A9-98C4-BA57ED4F022F}">
      <dgm:prSet/>
      <dgm:spPr/>
      <dgm:t>
        <a:bodyPr/>
        <a:lstStyle/>
        <a:p>
          <a:r>
            <a:rPr lang="en-US"/>
            <a:t>Approved and experimented with hardware to understand scanner integration</a:t>
          </a:r>
        </a:p>
      </dgm:t>
    </dgm:pt>
    <dgm:pt modelId="{CD28E00F-34A4-4E37-88FB-48A2CB439F60}" type="parTrans" cxnId="{A3D782CD-ECEF-44B3-80D9-C5C5C4E6C91D}">
      <dgm:prSet/>
      <dgm:spPr/>
      <dgm:t>
        <a:bodyPr/>
        <a:lstStyle/>
        <a:p>
          <a:endParaRPr lang="en-US"/>
        </a:p>
      </dgm:t>
    </dgm:pt>
    <dgm:pt modelId="{1216A3AA-7135-4A68-950C-83F32DA49791}" type="sibTrans" cxnId="{A3D782CD-ECEF-44B3-80D9-C5C5C4E6C91D}">
      <dgm:prSet/>
      <dgm:spPr/>
      <dgm:t>
        <a:bodyPr/>
        <a:lstStyle/>
        <a:p>
          <a:endParaRPr lang="en-US"/>
        </a:p>
      </dgm:t>
    </dgm:pt>
    <dgm:pt modelId="{F1392EF9-122C-495C-8E15-CCCB0949F3EE}">
      <dgm:prSet/>
      <dgm:spPr/>
      <dgm:t>
        <a:bodyPr/>
        <a:lstStyle/>
        <a:p>
          <a:r>
            <a:rPr lang="en-US"/>
            <a:t>Established a set timeline for the project</a:t>
          </a:r>
        </a:p>
      </dgm:t>
    </dgm:pt>
    <dgm:pt modelId="{449EEFD6-213D-4443-8C12-3509A2FFA158}" type="parTrans" cxnId="{4C081829-E50A-42FB-8739-73F1939251E7}">
      <dgm:prSet/>
      <dgm:spPr/>
      <dgm:t>
        <a:bodyPr/>
        <a:lstStyle/>
        <a:p>
          <a:endParaRPr lang="en-US"/>
        </a:p>
      </dgm:t>
    </dgm:pt>
    <dgm:pt modelId="{34E75F25-34A3-41A9-BFE5-B77A32EF55CB}" type="sibTrans" cxnId="{4C081829-E50A-42FB-8739-73F1939251E7}">
      <dgm:prSet/>
      <dgm:spPr/>
      <dgm:t>
        <a:bodyPr/>
        <a:lstStyle/>
        <a:p>
          <a:endParaRPr lang="en-US"/>
        </a:p>
      </dgm:t>
    </dgm:pt>
    <dgm:pt modelId="{5343219E-AEBF-45D2-A2B4-F093E947BF5E}">
      <dgm:prSet/>
      <dgm:spPr/>
      <dgm:t>
        <a:bodyPr/>
        <a:lstStyle/>
        <a:p>
          <a:r>
            <a:rPr lang="en-US"/>
            <a:t>Challenges and Solutions</a:t>
          </a:r>
        </a:p>
      </dgm:t>
    </dgm:pt>
    <dgm:pt modelId="{29D76CAC-427E-49EA-8AA0-28D68719555C}" type="parTrans" cxnId="{9778A2CD-062B-4C36-8D7B-3CC56F760DBE}">
      <dgm:prSet/>
      <dgm:spPr/>
      <dgm:t>
        <a:bodyPr/>
        <a:lstStyle/>
        <a:p>
          <a:endParaRPr lang="en-US"/>
        </a:p>
      </dgm:t>
    </dgm:pt>
    <dgm:pt modelId="{F8B11B02-FB41-474F-9BA7-0725DB79B292}" type="sibTrans" cxnId="{9778A2CD-062B-4C36-8D7B-3CC56F760DBE}">
      <dgm:prSet/>
      <dgm:spPr/>
      <dgm:t>
        <a:bodyPr/>
        <a:lstStyle/>
        <a:p>
          <a:endParaRPr lang="en-US"/>
        </a:p>
      </dgm:t>
    </dgm:pt>
    <dgm:pt modelId="{9C8CBF52-EBF0-4769-8E4E-28BCEA11FE5C}">
      <dgm:prSet/>
      <dgm:spPr/>
      <dgm:t>
        <a:bodyPr/>
        <a:lstStyle/>
        <a:p>
          <a:r>
            <a:rPr lang="en-US"/>
            <a:t>Lack of proper communication within development team </a:t>
          </a:r>
        </a:p>
      </dgm:t>
    </dgm:pt>
    <dgm:pt modelId="{9BB4B401-5AE9-40A4-AAD1-6A1A01F01E5C}" type="parTrans" cxnId="{F6552FC4-ABC1-4C12-AE0F-4E0B215CFD49}">
      <dgm:prSet/>
      <dgm:spPr/>
      <dgm:t>
        <a:bodyPr/>
        <a:lstStyle/>
        <a:p>
          <a:endParaRPr lang="en-US"/>
        </a:p>
      </dgm:t>
    </dgm:pt>
    <dgm:pt modelId="{6DB91F70-BADB-4A9C-959C-B2675EECFEE5}" type="sibTrans" cxnId="{F6552FC4-ABC1-4C12-AE0F-4E0B215CFD49}">
      <dgm:prSet/>
      <dgm:spPr/>
      <dgm:t>
        <a:bodyPr/>
        <a:lstStyle/>
        <a:p>
          <a:endParaRPr lang="en-US"/>
        </a:p>
      </dgm:t>
    </dgm:pt>
    <dgm:pt modelId="{53BAAC0D-8D96-45A5-91F1-74C0E4EC6849}">
      <dgm:prSet/>
      <dgm:spPr/>
      <dgm:t>
        <a:bodyPr/>
        <a:lstStyle/>
        <a:p>
          <a:r>
            <a:rPr lang="en-US" dirty="0"/>
            <a:t>However, treated with diligence by entire team for future sprints </a:t>
          </a:r>
        </a:p>
      </dgm:t>
    </dgm:pt>
    <dgm:pt modelId="{5A3E6F5B-F3E5-4727-9CCB-F1244168A703}" type="parTrans" cxnId="{4A088C9F-8D1F-417C-AA69-24BF3715F60F}">
      <dgm:prSet/>
      <dgm:spPr/>
      <dgm:t>
        <a:bodyPr/>
        <a:lstStyle/>
        <a:p>
          <a:endParaRPr lang="en-US"/>
        </a:p>
      </dgm:t>
    </dgm:pt>
    <dgm:pt modelId="{99854438-5B67-4CE1-9012-B9CEEEA716B1}" type="sibTrans" cxnId="{4A088C9F-8D1F-417C-AA69-24BF3715F60F}">
      <dgm:prSet/>
      <dgm:spPr/>
      <dgm:t>
        <a:bodyPr/>
        <a:lstStyle/>
        <a:p>
          <a:endParaRPr lang="en-US"/>
        </a:p>
      </dgm:t>
    </dgm:pt>
    <dgm:pt modelId="{07F86FAC-9DFF-405E-93D0-8D841F491D3F}">
      <dgm:prSet/>
      <dgm:spPr/>
      <dgm:t>
        <a:bodyPr/>
        <a:lstStyle/>
        <a:p>
          <a:r>
            <a:rPr lang="en-US"/>
            <a:t>Progress from Sprint 1</a:t>
          </a:r>
        </a:p>
      </dgm:t>
    </dgm:pt>
    <dgm:pt modelId="{C515904E-74EE-4784-9822-A492A0D513CB}" type="parTrans" cxnId="{309FC4CD-6F84-401D-A71A-734742734857}">
      <dgm:prSet/>
      <dgm:spPr/>
      <dgm:t>
        <a:bodyPr/>
        <a:lstStyle/>
        <a:p>
          <a:endParaRPr lang="en-US"/>
        </a:p>
      </dgm:t>
    </dgm:pt>
    <dgm:pt modelId="{E8102D28-5B98-4DE1-AB20-39D08DDAE57C}" type="sibTrans" cxnId="{309FC4CD-6F84-401D-A71A-734742734857}">
      <dgm:prSet/>
      <dgm:spPr/>
      <dgm:t>
        <a:bodyPr/>
        <a:lstStyle/>
        <a:p>
          <a:endParaRPr lang="en-US"/>
        </a:p>
      </dgm:t>
    </dgm:pt>
    <dgm:pt modelId="{840B1AC2-AAFF-418F-8244-D2C6FBD4391D}">
      <dgm:prSet/>
      <dgm:spPr/>
      <dgm:t>
        <a:bodyPr/>
        <a:lstStyle/>
        <a:p>
          <a:r>
            <a:rPr lang="en-US"/>
            <a:t>Reestablished using WordPress for application </a:t>
          </a:r>
        </a:p>
      </dgm:t>
    </dgm:pt>
    <dgm:pt modelId="{83155FE6-DF7C-464F-A5E9-0BAEADF7B16F}" type="parTrans" cxnId="{377D70B8-7FE3-44F1-8BC1-5937B9948578}">
      <dgm:prSet/>
      <dgm:spPr/>
      <dgm:t>
        <a:bodyPr/>
        <a:lstStyle/>
        <a:p>
          <a:endParaRPr lang="en-US"/>
        </a:p>
      </dgm:t>
    </dgm:pt>
    <dgm:pt modelId="{C1843580-F77C-429B-80FD-15DFBBFBCD4C}" type="sibTrans" cxnId="{377D70B8-7FE3-44F1-8BC1-5937B9948578}">
      <dgm:prSet/>
      <dgm:spPr/>
      <dgm:t>
        <a:bodyPr/>
        <a:lstStyle/>
        <a:p>
          <a:endParaRPr lang="en-US"/>
        </a:p>
      </dgm:t>
    </dgm:pt>
    <dgm:pt modelId="{424AD929-2C71-4D99-8794-12FF9DE57AA0}">
      <dgm:prSet/>
      <dgm:spPr/>
      <dgm:t>
        <a:bodyPr/>
        <a:lstStyle/>
        <a:p>
          <a:r>
            <a:rPr lang="en-US"/>
            <a:t>Began development of prototype to explore and test requirements</a:t>
          </a:r>
        </a:p>
      </dgm:t>
    </dgm:pt>
    <dgm:pt modelId="{2E0174A4-D8C8-4722-8A94-1A7186E23B76}" type="parTrans" cxnId="{7990F599-F4C4-4AF3-9FF9-399A8DD82D3E}">
      <dgm:prSet/>
      <dgm:spPr/>
      <dgm:t>
        <a:bodyPr/>
        <a:lstStyle/>
        <a:p>
          <a:endParaRPr lang="en-US"/>
        </a:p>
      </dgm:t>
    </dgm:pt>
    <dgm:pt modelId="{0F0FDC98-2D2B-4384-9ACE-3D3134E08A39}" type="sibTrans" cxnId="{7990F599-F4C4-4AF3-9FF9-399A8DD82D3E}">
      <dgm:prSet/>
      <dgm:spPr/>
      <dgm:t>
        <a:bodyPr/>
        <a:lstStyle/>
        <a:p>
          <a:endParaRPr lang="en-US"/>
        </a:p>
      </dgm:t>
    </dgm:pt>
    <dgm:pt modelId="{64C9F307-C650-482D-9058-7A1D93CCDEB3}">
      <dgm:prSet/>
      <dgm:spPr/>
      <dgm:t>
        <a:bodyPr/>
        <a:lstStyle/>
        <a:p>
          <a:r>
            <a:rPr lang="en-US"/>
            <a:t>Received feedback from clients to find areas of improvement for prototype</a:t>
          </a:r>
        </a:p>
      </dgm:t>
    </dgm:pt>
    <dgm:pt modelId="{3A0E58EC-DE42-4D76-A0A1-9A045E16A572}" type="parTrans" cxnId="{377448DF-CDAC-4271-8ED7-EE30AA8218CF}">
      <dgm:prSet/>
      <dgm:spPr/>
      <dgm:t>
        <a:bodyPr/>
        <a:lstStyle/>
        <a:p>
          <a:endParaRPr lang="en-US"/>
        </a:p>
      </dgm:t>
    </dgm:pt>
    <dgm:pt modelId="{C9446030-438E-44D7-8650-AE75C160AF56}" type="sibTrans" cxnId="{377448DF-CDAC-4271-8ED7-EE30AA8218CF}">
      <dgm:prSet/>
      <dgm:spPr/>
      <dgm:t>
        <a:bodyPr/>
        <a:lstStyle/>
        <a:p>
          <a:endParaRPr lang="en-US"/>
        </a:p>
      </dgm:t>
    </dgm:pt>
    <dgm:pt modelId="{7379E8F9-9F8E-4E6F-85F7-3DBA038C002F}" type="pres">
      <dgm:prSet presAssocID="{98AAFE7D-59EC-4AA4-B9FC-7E1FED2982A4}" presName="linear" presStyleCnt="0">
        <dgm:presLayoutVars>
          <dgm:animLvl val="lvl"/>
          <dgm:resizeHandles val="exact"/>
        </dgm:presLayoutVars>
      </dgm:prSet>
      <dgm:spPr/>
    </dgm:pt>
    <dgm:pt modelId="{1E5A99CE-68E2-4812-BB78-4182039E1EA0}" type="pres">
      <dgm:prSet presAssocID="{ADDEDA0E-E6CE-4294-A9E5-807CDEF504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9FD3E3-F8C2-404B-8E56-784BA06D32EB}" type="pres">
      <dgm:prSet presAssocID="{ADDEDA0E-E6CE-4294-A9E5-807CDEF5048D}" presName="childText" presStyleLbl="revTx" presStyleIdx="0" presStyleCnt="3">
        <dgm:presLayoutVars>
          <dgm:bulletEnabled val="1"/>
        </dgm:presLayoutVars>
      </dgm:prSet>
      <dgm:spPr/>
    </dgm:pt>
    <dgm:pt modelId="{B1D2F6E0-3BF4-4BA1-A8F5-F117B48CD21B}" type="pres">
      <dgm:prSet presAssocID="{5343219E-AEBF-45D2-A2B4-F093E947BF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C66519-5805-48CA-868C-2976AE012C86}" type="pres">
      <dgm:prSet presAssocID="{5343219E-AEBF-45D2-A2B4-F093E947BF5E}" presName="childText" presStyleLbl="revTx" presStyleIdx="1" presStyleCnt="3">
        <dgm:presLayoutVars>
          <dgm:bulletEnabled val="1"/>
        </dgm:presLayoutVars>
      </dgm:prSet>
      <dgm:spPr/>
    </dgm:pt>
    <dgm:pt modelId="{362E2DC5-881D-42B4-9228-03ABBBA3673E}" type="pres">
      <dgm:prSet presAssocID="{07F86FAC-9DFF-405E-93D0-8D841F491D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9DE990-BD7F-4BD4-9070-C59CEE2ED90C}" type="pres">
      <dgm:prSet presAssocID="{07F86FAC-9DFF-405E-93D0-8D841F491D3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0E5800B-584D-4500-A12C-B1924DCE1D76}" type="presOf" srcId="{07F86FAC-9DFF-405E-93D0-8D841F491D3F}" destId="{362E2DC5-881D-42B4-9228-03ABBBA3673E}" srcOrd="0" destOrd="0" presId="urn:microsoft.com/office/officeart/2005/8/layout/vList2"/>
    <dgm:cxn modelId="{AA7B3025-4A8D-4D89-B847-7C695E51745E}" type="presOf" srcId="{64C9F307-C650-482D-9058-7A1D93CCDEB3}" destId="{A69DE990-BD7F-4BD4-9070-C59CEE2ED90C}" srcOrd="0" destOrd="2" presId="urn:microsoft.com/office/officeart/2005/8/layout/vList2"/>
    <dgm:cxn modelId="{3AE00A28-A50D-4F59-9989-2780F8B1B54A}" type="presOf" srcId="{1FDEE251-2B32-48A9-98C4-BA57ED4F022F}" destId="{1D9FD3E3-F8C2-404B-8E56-784BA06D32EB}" srcOrd="0" destOrd="1" presId="urn:microsoft.com/office/officeart/2005/8/layout/vList2"/>
    <dgm:cxn modelId="{4C081829-E50A-42FB-8739-73F1939251E7}" srcId="{ADDEDA0E-E6CE-4294-A9E5-807CDEF5048D}" destId="{F1392EF9-122C-495C-8E15-CCCB0949F3EE}" srcOrd="2" destOrd="0" parTransId="{449EEFD6-213D-4443-8C12-3509A2FFA158}" sibTransId="{34E75F25-34A3-41A9-BFE5-B77A32EF55CB}"/>
    <dgm:cxn modelId="{9FE2082D-1261-496F-BFB6-270C05AA271A}" type="presOf" srcId="{5343219E-AEBF-45D2-A2B4-F093E947BF5E}" destId="{B1D2F6E0-3BF4-4BA1-A8F5-F117B48CD21B}" srcOrd="0" destOrd="0" presId="urn:microsoft.com/office/officeart/2005/8/layout/vList2"/>
    <dgm:cxn modelId="{1662B931-FF6D-417E-A744-E3765276E394}" type="presOf" srcId="{53BAAC0D-8D96-45A5-91F1-74C0E4EC6849}" destId="{C6C66519-5805-48CA-868C-2976AE012C86}" srcOrd="0" destOrd="1" presId="urn:microsoft.com/office/officeart/2005/8/layout/vList2"/>
    <dgm:cxn modelId="{BE5E574B-530F-41BC-8ED3-BB1BE52CD653}" srcId="{ADDEDA0E-E6CE-4294-A9E5-807CDEF5048D}" destId="{66EB559D-C05E-46F0-8AD6-3C20A9623B1A}" srcOrd="0" destOrd="0" parTransId="{6457A63F-5006-48FA-99EC-440742F9E1A1}" sibTransId="{1029D415-AED8-4D19-B1E8-CAC9C1CB8CD9}"/>
    <dgm:cxn modelId="{4175AD74-A45F-4C38-A405-A4265AF7A806}" type="presOf" srcId="{ADDEDA0E-E6CE-4294-A9E5-807CDEF5048D}" destId="{1E5A99CE-68E2-4812-BB78-4182039E1EA0}" srcOrd="0" destOrd="0" presId="urn:microsoft.com/office/officeart/2005/8/layout/vList2"/>
    <dgm:cxn modelId="{5966197C-54F4-4444-B1BB-4BB10CB6939F}" type="presOf" srcId="{9C8CBF52-EBF0-4769-8E4E-28BCEA11FE5C}" destId="{C6C66519-5805-48CA-868C-2976AE012C86}" srcOrd="0" destOrd="0" presId="urn:microsoft.com/office/officeart/2005/8/layout/vList2"/>
    <dgm:cxn modelId="{6391DD86-0840-40BB-A72D-072BEC3A1371}" srcId="{98AAFE7D-59EC-4AA4-B9FC-7E1FED2982A4}" destId="{ADDEDA0E-E6CE-4294-A9E5-807CDEF5048D}" srcOrd="0" destOrd="0" parTransId="{B791045B-4111-4B74-B9F2-D08CC4F6A792}" sibTransId="{A2F959FE-00AC-4FC2-A4D3-079CD460F55D}"/>
    <dgm:cxn modelId="{7990F599-F4C4-4AF3-9FF9-399A8DD82D3E}" srcId="{07F86FAC-9DFF-405E-93D0-8D841F491D3F}" destId="{424AD929-2C71-4D99-8794-12FF9DE57AA0}" srcOrd="1" destOrd="0" parTransId="{2E0174A4-D8C8-4722-8A94-1A7186E23B76}" sibTransId="{0F0FDC98-2D2B-4384-9ACE-3D3134E08A39}"/>
    <dgm:cxn modelId="{4A088C9F-8D1F-417C-AA69-24BF3715F60F}" srcId="{9C8CBF52-EBF0-4769-8E4E-28BCEA11FE5C}" destId="{53BAAC0D-8D96-45A5-91F1-74C0E4EC6849}" srcOrd="0" destOrd="0" parTransId="{5A3E6F5B-F3E5-4727-9CCB-F1244168A703}" sibTransId="{99854438-5B67-4CE1-9012-B9CEEEA716B1}"/>
    <dgm:cxn modelId="{EC61DAA9-B5B4-4EB4-811A-04B40F80F6FF}" type="presOf" srcId="{66EB559D-C05E-46F0-8AD6-3C20A9623B1A}" destId="{1D9FD3E3-F8C2-404B-8E56-784BA06D32EB}" srcOrd="0" destOrd="0" presId="urn:microsoft.com/office/officeart/2005/8/layout/vList2"/>
    <dgm:cxn modelId="{B6AD78AF-8939-4F6D-8678-10B8CC3C0A60}" type="presOf" srcId="{424AD929-2C71-4D99-8794-12FF9DE57AA0}" destId="{A69DE990-BD7F-4BD4-9070-C59CEE2ED90C}" srcOrd="0" destOrd="1" presId="urn:microsoft.com/office/officeart/2005/8/layout/vList2"/>
    <dgm:cxn modelId="{377D70B8-7FE3-44F1-8BC1-5937B9948578}" srcId="{07F86FAC-9DFF-405E-93D0-8D841F491D3F}" destId="{840B1AC2-AAFF-418F-8244-D2C6FBD4391D}" srcOrd="0" destOrd="0" parTransId="{83155FE6-DF7C-464F-A5E9-0BAEADF7B16F}" sibTransId="{C1843580-F77C-429B-80FD-15DFBBFBCD4C}"/>
    <dgm:cxn modelId="{D60625BC-12EA-4B54-9E6A-8CF6824D7C3D}" type="presOf" srcId="{98AAFE7D-59EC-4AA4-B9FC-7E1FED2982A4}" destId="{7379E8F9-9F8E-4E6F-85F7-3DBA038C002F}" srcOrd="0" destOrd="0" presId="urn:microsoft.com/office/officeart/2005/8/layout/vList2"/>
    <dgm:cxn modelId="{F6552FC4-ABC1-4C12-AE0F-4E0B215CFD49}" srcId="{5343219E-AEBF-45D2-A2B4-F093E947BF5E}" destId="{9C8CBF52-EBF0-4769-8E4E-28BCEA11FE5C}" srcOrd="0" destOrd="0" parTransId="{9BB4B401-5AE9-40A4-AAD1-6A1A01F01E5C}" sibTransId="{6DB91F70-BADB-4A9C-959C-B2675EECFEE5}"/>
    <dgm:cxn modelId="{A3D782CD-ECEF-44B3-80D9-C5C5C4E6C91D}" srcId="{ADDEDA0E-E6CE-4294-A9E5-807CDEF5048D}" destId="{1FDEE251-2B32-48A9-98C4-BA57ED4F022F}" srcOrd="1" destOrd="0" parTransId="{CD28E00F-34A4-4E37-88FB-48A2CB439F60}" sibTransId="{1216A3AA-7135-4A68-950C-83F32DA49791}"/>
    <dgm:cxn modelId="{9778A2CD-062B-4C36-8D7B-3CC56F760DBE}" srcId="{98AAFE7D-59EC-4AA4-B9FC-7E1FED2982A4}" destId="{5343219E-AEBF-45D2-A2B4-F093E947BF5E}" srcOrd="1" destOrd="0" parTransId="{29D76CAC-427E-49EA-8AA0-28D68719555C}" sibTransId="{F8B11B02-FB41-474F-9BA7-0725DB79B292}"/>
    <dgm:cxn modelId="{309FC4CD-6F84-401D-A71A-734742734857}" srcId="{98AAFE7D-59EC-4AA4-B9FC-7E1FED2982A4}" destId="{07F86FAC-9DFF-405E-93D0-8D841F491D3F}" srcOrd="2" destOrd="0" parTransId="{C515904E-74EE-4784-9822-A492A0D513CB}" sibTransId="{E8102D28-5B98-4DE1-AB20-39D08DDAE57C}"/>
    <dgm:cxn modelId="{377448DF-CDAC-4271-8ED7-EE30AA8218CF}" srcId="{07F86FAC-9DFF-405E-93D0-8D841F491D3F}" destId="{64C9F307-C650-482D-9058-7A1D93CCDEB3}" srcOrd="2" destOrd="0" parTransId="{3A0E58EC-DE42-4D76-A0A1-9A045E16A572}" sibTransId="{C9446030-438E-44D7-8650-AE75C160AF56}"/>
    <dgm:cxn modelId="{180D0EED-7D36-41B7-993E-EE1C0EC7FECC}" type="presOf" srcId="{F1392EF9-122C-495C-8E15-CCCB0949F3EE}" destId="{1D9FD3E3-F8C2-404B-8E56-784BA06D32EB}" srcOrd="0" destOrd="2" presId="urn:microsoft.com/office/officeart/2005/8/layout/vList2"/>
    <dgm:cxn modelId="{B6111FFA-E00C-4602-9426-317BB2861BF8}" type="presOf" srcId="{840B1AC2-AAFF-418F-8244-D2C6FBD4391D}" destId="{A69DE990-BD7F-4BD4-9070-C59CEE2ED90C}" srcOrd="0" destOrd="0" presId="urn:microsoft.com/office/officeart/2005/8/layout/vList2"/>
    <dgm:cxn modelId="{81217C1E-404D-47F5-98DA-68C74D6AB33D}" type="presParOf" srcId="{7379E8F9-9F8E-4E6F-85F7-3DBA038C002F}" destId="{1E5A99CE-68E2-4812-BB78-4182039E1EA0}" srcOrd="0" destOrd="0" presId="urn:microsoft.com/office/officeart/2005/8/layout/vList2"/>
    <dgm:cxn modelId="{0C7A5401-6ECE-413A-A1AF-68AA4511D8F0}" type="presParOf" srcId="{7379E8F9-9F8E-4E6F-85F7-3DBA038C002F}" destId="{1D9FD3E3-F8C2-404B-8E56-784BA06D32EB}" srcOrd="1" destOrd="0" presId="urn:microsoft.com/office/officeart/2005/8/layout/vList2"/>
    <dgm:cxn modelId="{65B4A96B-31F4-4481-A9B8-4A0F3E98CA82}" type="presParOf" srcId="{7379E8F9-9F8E-4E6F-85F7-3DBA038C002F}" destId="{B1D2F6E0-3BF4-4BA1-A8F5-F117B48CD21B}" srcOrd="2" destOrd="0" presId="urn:microsoft.com/office/officeart/2005/8/layout/vList2"/>
    <dgm:cxn modelId="{93D3870D-E027-451C-8367-284C18C56F6C}" type="presParOf" srcId="{7379E8F9-9F8E-4E6F-85F7-3DBA038C002F}" destId="{C6C66519-5805-48CA-868C-2976AE012C86}" srcOrd="3" destOrd="0" presId="urn:microsoft.com/office/officeart/2005/8/layout/vList2"/>
    <dgm:cxn modelId="{D4ED8BD2-9F01-49BA-BCFA-A4A1E111F406}" type="presParOf" srcId="{7379E8F9-9F8E-4E6F-85F7-3DBA038C002F}" destId="{362E2DC5-881D-42B4-9228-03ABBBA3673E}" srcOrd="4" destOrd="0" presId="urn:microsoft.com/office/officeart/2005/8/layout/vList2"/>
    <dgm:cxn modelId="{6C3931A2-0A84-41BE-B4FF-40E8C1B2EA5D}" type="presParOf" srcId="{7379E8F9-9F8E-4E6F-85F7-3DBA038C002F}" destId="{A69DE990-BD7F-4BD4-9070-C59CEE2ED90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E8A043-F904-41D3-80BF-6E0320016E8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17CD74-7017-42D5-80E8-69873308424C}">
      <dgm:prSet/>
      <dgm:spPr/>
      <dgm:t>
        <a:bodyPr/>
        <a:lstStyle/>
        <a:p>
          <a:r>
            <a:rPr lang="en-US"/>
            <a:t>Upcoming Tasks</a:t>
          </a:r>
        </a:p>
      </dgm:t>
    </dgm:pt>
    <dgm:pt modelId="{17805460-77D6-42C4-8F4A-62C77087C15B}" type="parTrans" cxnId="{86324156-7AAE-4153-A871-383742C7A919}">
      <dgm:prSet/>
      <dgm:spPr/>
      <dgm:t>
        <a:bodyPr/>
        <a:lstStyle/>
        <a:p>
          <a:endParaRPr lang="en-US"/>
        </a:p>
      </dgm:t>
    </dgm:pt>
    <dgm:pt modelId="{9CD5847C-064F-4594-983C-5CC8F22CB49F}" type="sibTrans" cxnId="{86324156-7AAE-4153-A871-383742C7A919}">
      <dgm:prSet/>
      <dgm:spPr/>
      <dgm:t>
        <a:bodyPr/>
        <a:lstStyle/>
        <a:p>
          <a:endParaRPr lang="en-US"/>
        </a:p>
      </dgm:t>
    </dgm:pt>
    <dgm:pt modelId="{EDA907C1-90F4-4EFB-BDFA-0378E7CD7053}">
      <dgm:prSet/>
      <dgm:spPr/>
      <dgm:t>
        <a:bodyPr/>
        <a:lstStyle/>
        <a:p>
          <a:r>
            <a:rPr lang="en-US" dirty="0"/>
            <a:t>Create dev version to host locally on provided computer </a:t>
          </a:r>
        </a:p>
      </dgm:t>
    </dgm:pt>
    <dgm:pt modelId="{43829624-4560-42BE-81BB-91A9BE58E9FC}" type="parTrans" cxnId="{8CC1A413-CEDA-45E5-9094-1227DB1B6CD8}">
      <dgm:prSet/>
      <dgm:spPr/>
      <dgm:t>
        <a:bodyPr/>
        <a:lstStyle/>
        <a:p>
          <a:endParaRPr lang="en-US"/>
        </a:p>
      </dgm:t>
    </dgm:pt>
    <dgm:pt modelId="{044417D6-B8BB-437B-984D-0335A7C5DFCF}" type="sibTrans" cxnId="{8CC1A413-CEDA-45E5-9094-1227DB1B6CD8}">
      <dgm:prSet/>
      <dgm:spPr/>
      <dgm:t>
        <a:bodyPr/>
        <a:lstStyle/>
        <a:p>
          <a:endParaRPr lang="en-US"/>
        </a:p>
      </dgm:t>
    </dgm:pt>
    <dgm:pt modelId="{7E8A6BA3-A400-4496-A2D5-18CAC9409EB8}">
      <dgm:prSet/>
      <dgm:spPr/>
      <dgm:t>
        <a:bodyPr/>
        <a:lstStyle/>
        <a:p>
          <a:r>
            <a:rPr lang="en-US"/>
            <a:t>General UI improvements for already implemented features</a:t>
          </a:r>
        </a:p>
      </dgm:t>
    </dgm:pt>
    <dgm:pt modelId="{AE27C536-7282-4C9B-BBEC-0DF98328C263}" type="parTrans" cxnId="{D1BEF003-28DF-468E-8A9D-9E1C6558A312}">
      <dgm:prSet/>
      <dgm:spPr/>
      <dgm:t>
        <a:bodyPr/>
        <a:lstStyle/>
        <a:p>
          <a:endParaRPr lang="en-US"/>
        </a:p>
      </dgm:t>
    </dgm:pt>
    <dgm:pt modelId="{472A41CE-3636-437B-9A2C-E13DE7C60DD1}" type="sibTrans" cxnId="{D1BEF003-28DF-468E-8A9D-9E1C6558A312}">
      <dgm:prSet/>
      <dgm:spPr/>
      <dgm:t>
        <a:bodyPr/>
        <a:lstStyle/>
        <a:p>
          <a:endParaRPr lang="en-US"/>
        </a:p>
      </dgm:t>
    </dgm:pt>
    <dgm:pt modelId="{86048AD4-EE90-42B2-A4B4-C1F87C13DA19}">
      <dgm:prSet/>
      <dgm:spPr/>
      <dgm:t>
        <a:bodyPr/>
        <a:lstStyle/>
        <a:p>
          <a:r>
            <a:rPr lang="en-US"/>
            <a:t>Monthly email reports, sign-in system updates, volunteer hour tracking</a:t>
          </a:r>
        </a:p>
      </dgm:t>
    </dgm:pt>
    <dgm:pt modelId="{919F58A1-0FCD-4AEC-91DD-A66E3D886ECD}" type="parTrans" cxnId="{75A8C481-ACAB-4D9E-8CA7-C8BA91255086}">
      <dgm:prSet/>
      <dgm:spPr/>
      <dgm:t>
        <a:bodyPr/>
        <a:lstStyle/>
        <a:p>
          <a:endParaRPr lang="en-US"/>
        </a:p>
      </dgm:t>
    </dgm:pt>
    <dgm:pt modelId="{ED0DD414-3917-4961-BB5C-11E8F250F189}" type="sibTrans" cxnId="{75A8C481-ACAB-4D9E-8CA7-C8BA91255086}">
      <dgm:prSet/>
      <dgm:spPr/>
      <dgm:t>
        <a:bodyPr/>
        <a:lstStyle/>
        <a:p>
          <a:endParaRPr lang="en-US"/>
        </a:p>
      </dgm:t>
    </dgm:pt>
    <dgm:pt modelId="{0D678243-5FFC-4689-A05E-63AF912C0351}">
      <dgm:prSet/>
      <dgm:spPr/>
      <dgm:t>
        <a:bodyPr/>
        <a:lstStyle/>
        <a:p>
          <a:r>
            <a:rPr lang="en-US"/>
            <a:t>Sprint Retrospective </a:t>
          </a:r>
        </a:p>
      </dgm:t>
    </dgm:pt>
    <dgm:pt modelId="{B78B3A59-7DD1-4E9C-8265-7F41FAE29A15}" type="parTrans" cxnId="{6330599C-09AB-4C47-B948-EC949BF8F929}">
      <dgm:prSet/>
      <dgm:spPr/>
      <dgm:t>
        <a:bodyPr/>
        <a:lstStyle/>
        <a:p>
          <a:endParaRPr lang="en-US"/>
        </a:p>
      </dgm:t>
    </dgm:pt>
    <dgm:pt modelId="{8ABF907F-7B7B-4535-85A8-BA0F4CBC66A7}" type="sibTrans" cxnId="{6330599C-09AB-4C47-B948-EC949BF8F929}">
      <dgm:prSet/>
      <dgm:spPr/>
      <dgm:t>
        <a:bodyPr/>
        <a:lstStyle/>
        <a:p>
          <a:endParaRPr lang="en-US"/>
        </a:p>
      </dgm:t>
    </dgm:pt>
    <dgm:pt modelId="{E7BB5B91-321B-4BC9-BDC8-84C4A6AF47C8}">
      <dgm:prSet/>
      <dgm:spPr/>
      <dgm:t>
        <a:bodyPr/>
        <a:lstStyle/>
        <a:p>
          <a:r>
            <a:rPr lang="en-US"/>
            <a:t>Clients were impressed with prototype functionality </a:t>
          </a:r>
        </a:p>
      </dgm:t>
    </dgm:pt>
    <dgm:pt modelId="{6BAAC624-BBA0-4E56-A429-05635A205A2E}" type="parTrans" cxnId="{9E3FE9AC-2DA8-4CA0-BE00-331884EAC189}">
      <dgm:prSet/>
      <dgm:spPr/>
      <dgm:t>
        <a:bodyPr/>
        <a:lstStyle/>
        <a:p>
          <a:endParaRPr lang="en-US"/>
        </a:p>
      </dgm:t>
    </dgm:pt>
    <dgm:pt modelId="{BF2D56D3-DF48-4B25-B117-D7BFD9A669EB}" type="sibTrans" cxnId="{9E3FE9AC-2DA8-4CA0-BE00-331884EAC189}">
      <dgm:prSet/>
      <dgm:spPr/>
      <dgm:t>
        <a:bodyPr/>
        <a:lstStyle/>
        <a:p>
          <a:endParaRPr lang="en-US"/>
        </a:p>
      </dgm:t>
    </dgm:pt>
    <dgm:pt modelId="{6E83FF5A-C1BF-41D3-B83D-A677C36D1004}">
      <dgm:prSet/>
      <dgm:spPr/>
      <dgm:t>
        <a:bodyPr/>
        <a:lstStyle/>
        <a:p>
          <a:r>
            <a:rPr lang="en-US"/>
            <a:t>Features were prioritized, but needs UI cleaning up </a:t>
          </a:r>
        </a:p>
      </dgm:t>
    </dgm:pt>
    <dgm:pt modelId="{88D1BA60-9D7C-447B-A859-282E1EB8B848}" type="parTrans" cxnId="{DFECEBEE-2D9E-42A2-88C6-D7B7E0554CCA}">
      <dgm:prSet/>
      <dgm:spPr/>
      <dgm:t>
        <a:bodyPr/>
        <a:lstStyle/>
        <a:p>
          <a:endParaRPr lang="en-US"/>
        </a:p>
      </dgm:t>
    </dgm:pt>
    <dgm:pt modelId="{AC840E80-3ECD-41AA-AD29-A8430AF2D1BE}" type="sibTrans" cxnId="{DFECEBEE-2D9E-42A2-88C6-D7B7E0554CCA}">
      <dgm:prSet/>
      <dgm:spPr/>
      <dgm:t>
        <a:bodyPr/>
        <a:lstStyle/>
        <a:p>
          <a:endParaRPr lang="en-US"/>
        </a:p>
      </dgm:t>
    </dgm:pt>
    <dgm:pt modelId="{67716046-1B4C-4D45-BA1D-C2BF2A964881}">
      <dgm:prSet/>
      <dgm:spPr/>
      <dgm:t>
        <a:bodyPr/>
        <a:lstStyle/>
        <a:p>
          <a:r>
            <a:rPr lang="en-US"/>
            <a:t>Inadequate communication made for avoidable issues </a:t>
          </a:r>
        </a:p>
      </dgm:t>
    </dgm:pt>
    <dgm:pt modelId="{880D7F2B-1599-483F-992B-45D569378DC2}" type="parTrans" cxnId="{B9C08D59-87B3-404F-8D8D-B49A362342B8}">
      <dgm:prSet/>
      <dgm:spPr/>
      <dgm:t>
        <a:bodyPr/>
        <a:lstStyle/>
        <a:p>
          <a:endParaRPr lang="en-US"/>
        </a:p>
      </dgm:t>
    </dgm:pt>
    <dgm:pt modelId="{9CF31EDA-CE2D-4695-9BB9-B4D6B0A57F54}" type="sibTrans" cxnId="{B9C08D59-87B3-404F-8D8D-B49A362342B8}">
      <dgm:prSet/>
      <dgm:spPr/>
      <dgm:t>
        <a:bodyPr/>
        <a:lstStyle/>
        <a:p>
          <a:endParaRPr lang="en-US"/>
        </a:p>
      </dgm:t>
    </dgm:pt>
    <dgm:pt modelId="{5D18EAC4-44DC-4AA0-84A6-BBA5DA2815F7}">
      <dgm:prSet/>
      <dgm:spPr/>
      <dgm:t>
        <a:bodyPr/>
        <a:lstStyle/>
        <a:p>
          <a:r>
            <a:rPr lang="en-US"/>
            <a:t>This will be a team focus for upcoming sprints</a:t>
          </a:r>
        </a:p>
      </dgm:t>
    </dgm:pt>
    <dgm:pt modelId="{BFC24C17-861A-47B1-AC65-8DFD5C285235}" type="parTrans" cxnId="{A5B934D6-2CCF-4E3C-8444-A66163D14528}">
      <dgm:prSet/>
      <dgm:spPr/>
      <dgm:t>
        <a:bodyPr/>
        <a:lstStyle/>
        <a:p>
          <a:endParaRPr lang="en-US"/>
        </a:p>
      </dgm:t>
    </dgm:pt>
    <dgm:pt modelId="{B0463F62-63EB-41A4-948E-C407F52F4BE4}" type="sibTrans" cxnId="{A5B934D6-2CCF-4E3C-8444-A66163D14528}">
      <dgm:prSet/>
      <dgm:spPr/>
      <dgm:t>
        <a:bodyPr/>
        <a:lstStyle/>
        <a:p>
          <a:endParaRPr lang="en-US"/>
        </a:p>
      </dgm:t>
    </dgm:pt>
    <dgm:pt modelId="{328E6BC1-2BC0-44C6-AF91-25106AA0FCF4}">
      <dgm:prSet/>
      <dgm:spPr/>
      <dgm:t>
        <a:bodyPr/>
        <a:lstStyle/>
        <a:p>
          <a:r>
            <a:rPr lang="en-US"/>
            <a:t>Client Feedback Consideration </a:t>
          </a:r>
        </a:p>
      </dgm:t>
    </dgm:pt>
    <dgm:pt modelId="{7C687713-7D39-4C65-AB57-7CEF1D03948C}" type="parTrans" cxnId="{0AE25D1C-5CFA-4903-8796-8F7910BFF3D5}">
      <dgm:prSet/>
      <dgm:spPr/>
      <dgm:t>
        <a:bodyPr/>
        <a:lstStyle/>
        <a:p>
          <a:endParaRPr lang="en-US"/>
        </a:p>
      </dgm:t>
    </dgm:pt>
    <dgm:pt modelId="{33ADF1A1-D2B2-4759-A245-17AA0F7B1DF2}" type="sibTrans" cxnId="{0AE25D1C-5CFA-4903-8796-8F7910BFF3D5}">
      <dgm:prSet/>
      <dgm:spPr/>
      <dgm:t>
        <a:bodyPr/>
        <a:lstStyle/>
        <a:p>
          <a:endParaRPr lang="en-US"/>
        </a:p>
      </dgm:t>
    </dgm:pt>
    <dgm:pt modelId="{5EE78279-E29C-457B-BDC4-A352F894F84A}">
      <dgm:prSet/>
      <dgm:spPr/>
      <dgm:t>
        <a:bodyPr/>
        <a:lstStyle/>
        <a:p>
          <a:r>
            <a:rPr lang="en-US"/>
            <a:t>End of semester deadline for dev application established by clients</a:t>
          </a:r>
        </a:p>
      </dgm:t>
    </dgm:pt>
    <dgm:pt modelId="{79492434-232E-4B24-B856-B8D39E20F53F}" type="parTrans" cxnId="{743ADC96-10DE-4802-A4A7-E075C10D7F9E}">
      <dgm:prSet/>
      <dgm:spPr/>
      <dgm:t>
        <a:bodyPr/>
        <a:lstStyle/>
        <a:p>
          <a:endParaRPr lang="en-US"/>
        </a:p>
      </dgm:t>
    </dgm:pt>
    <dgm:pt modelId="{563E2E3E-E56F-46C0-B6F1-10AAFFB86378}" type="sibTrans" cxnId="{743ADC96-10DE-4802-A4A7-E075C10D7F9E}">
      <dgm:prSet/>
      <dgm:spPr/>
      <dgm:t>
        <a:bodyPr/>
        <a:lstStyle/>
        <a:p>
          <a:endParaRPr lang="en-US"/>
        </a:p>
      </dgm:t>
    </dgm:pt>
    <dgm:pt modelId="{7B3CD229-4E73-4BBF-A56F-28328AE94FED}">
      <dgm:prSet/>
      <dgm:spPr/>
      <dgm:t>
        <a:bodyPr/>
        <a:lstStyle/>
        <a:p>
          <a:r>
            <a:rPr lang="en-US"/>
            <a:t>Editing features based on feedback on Sprint 2’s prototype</a:t>
          </a:r>
        </a:p>
      </dgm:t>
    </dgm:pt>
    <dgm:pt modelId="{1B3236C1-72E1-494A-9876-9E747AB3EEE3}" type="parTrans" cxnId="{E1789423-B9DC-4FDF-97F4-DC00E5493A35}">
      <dgm:prSet/>
      <dgm:spPr/>
      <dgm:t>
        <a:bodyPr/>
        <a:lstStyle/>
        <a:p>
          <a:endParaRPr lang="en-US"/>
        </a:p>
      </dgm:t>
    </dgm:pt>
    <dgm:pt modelId="{87512F30-F3BB-43FC-95DB-5D8B15A7CDC5}" type="sibTrans" cxnId="{E1789423-B9DC-4FDF-97F4-DC00E5493A35}">
      <dgm:prSet/>
      <dgm:spPr/>
      <dgm:t>
        <a:bodyPr/>
        <a:lstStyle/>
        <a:p>
          <a:endParaRPr lang="en-US"/>
        </a:p>
      </dgm:t>
    </dgm:pt>
    <dgm:pt modelId="{EBEE9984-933F-4746-B3E7-4F78C46CCBE8}" type="pres">
      <dgm:prSet presAssocID="{90E8A043-F904-41D3-80BF-6E0320016E88}" presName="Name0" presStyleCnt="0">
        <dgm:presLayoutVars>
          <dgm:dir/>
          <dgm:animLvl val="lvl"/>
          <dgm:resizeHandles val="exact"/>
        </dgm:presLayoutVars>
      </dgm:prSet>
      <dgm:spPr/>
    </dgm:pt>
    <dgm:pt modelId="{793C4707-37B1-4213-A277-2CE68E5326D1}" type="pres">
      <dgm:prSet presAssocID="{6D17CD74-7017-42D5-80E8-69873308424C}" presName="composite" presStyleCnt="0"/>
      <dgm:spPr/>
    </dgm:pt>
    <dgm:pt modelId="{15E93208-4C3C-4BB2-8012-48CC918B9BE6}" type="pres">
      <dgm:prSet presAssocID="{6D17CD74-7017-42D5-80E8-6987330842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72549C0-082F-4502-87D3-212CB584C67D}" type="pres">
      <dgm:prSet presAssocID="{6D17CD74-7017-42D5-80E8-69873308424C}" presName="desTx" presStyleLbl="alignAccFollowNode1" presStyleIdx="0" presStyleCnt="3">
        <dgm:presLayoutVars>
          <dgm:bulletEnabled val="1"/>
        </dgm:presLayoutVars>
      </dgm:prSet>
      <dgm:spPr/>
    </dgm:pt>
    <dgm:pt modelId="{9ABA0588-CBFE-48C5-9282-5F1898568AE2}" type="pres">
      <dgm:prSet presAssocID="{9CD5847C-064F-4594-983C-5CC8F22CB49F}" presName="space" presStyleCnt="0"/>
      <dgm:spPr/>
    </dgm:pt>
    <dgm:pt modelId="{0645CCC3-A0AE-4F07-B614-A5E6D01293BB}" type="pres">
      <dgm:prSet presAssocID="{0D678243-5FFC-4689-A05E-63AF912C0351}" presName="composite" presStyleCnt="0"/>
      <dgm:spPr/>
    </dgm:pt>
    <dgm:pt modelId="{221D0870-D9F3-4D67-A803-3BB3FE663A90}" type="pres">
      <dgm:prSet presAssocID="{0D678243-5FFC-4689-A05E-63AF912C035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C30FA82-CD5F-4FE7-A30A-01488A9C3BDC}" type="pres">
      <dgm:prSet presAssocID="{0D678243-5FFC-4689-A05E-63AF912C0351}" presName="desTx" presStyleLbl="alignAccFollowNode1" presStyleIdx="1" presStyleCnt="3">
        <dgm:presLayoutVars>
          <dgm:bulletEnabled val="1"/>
        </dgm:presLayoutVars>
      </dgm:prSet>
      <dgm:spPr/>
    </dgm:pt>
    <dgm:pt modelId="{A5F5A9BC-85B9-4AA5-9E42-DB3D692F2FF0}" type="pres">
      <dgm:prSet presAssocID="{8ABF907F-7B7B-4535-85A8-BA0F4CBC66A7}" presName="space" presStyleCnt="0"/>
      <dgm:spPr/>
    </dgm:pt>
    <dgm:pt modelId="{40B8B7D5-1CA6-4334-AF65-06BE57EB5F8B}" type="pres">
      <dgm:prSet presAssocID="{328E6BC1-2BC0-44C6-AF91-25106AA0FCF4}" presName="composite" presStyleCnt="0"/>
      <dgm:spPr/>
    </dgm:pt>
    <dgm:pt modelId="{B457DAB3-57FA-4E54-BEEF-64C6CE87FBA4}" type="pres">
      <dgm:prSet presAssocID="{328E6BC1-2BC0-44C6-AF91-25106AA0FCF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0A7430C-9CAC-4E37-9196-6EEDDAE25F79}" type="pres">
      <dgm:prSet presAssocID="{328E6BC1-2BC0-44C6-AF91-25106AA0FCF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1BEF003-28DF-468E-8A9D-9E1C6558A312}" srcId="{6D17CD74-7017-42D5-80E8-69873308424C}" destId="{7E8A6BA3-A400-4496-A2D5-18CAC9409EB8}" srcOrd="1" destOrd="0" parTransId="{AE27C536-7282-4C9B-BBEC-0DF98328C263}" sibTransId="{472A41CE-3636-437B-9A2C-E13DE7C60DD1}"/>
    <dgm:cxn modelId="{8CC1A413-CEDA-45E5-9094-1227DB1B6CD8}" srcId="{6D17CD74-7017-42D5-80E8-69873308424C}" destId="{EDA907C1-90F4-4EFB-BDFA-0378E7CD7053}" srcOrd="0" destOrd="0" parTransId="{43829624-4560-42BE-81BB-91A9BE58E9FC}" sibTransId="{044417D6-B8BB-437B-984D-0335A7C5DFCF}"/>
    <dgm:cxn modelId="{7BB62014-62A9-42C9-BD97-E0D7A7EC3717}" type="presOf" srcId="{EDA907C1-90F4-4EFB-BDFA-0378E7CD7053}" destId="{E72549C0-082F-4502-87D3-212CB584C67D}" srcOrd="0" destOrd="0" presId="urn:microsoft.com/office/officeart/2005/8/layout/hList1"/>
    <dgm:cxn modelId="{0AE25D1C-5CFA-4903-8796-8F7910BFF3D5}" srcId="{90E8A043-F904-41D3-80BF-6E0320016E88}" destId="{328E6BC1-2BC0-44C6-AF91-25106AA0FCF4}" srcOrd="2" destOrd="0" parTransId="{7C687713-7D39-4C65-AB57-7CEF1D03948C}" sibTransId="{33ADF1A1-D2B2-4759-A245-17AA0F7B1DF2}"/>
    <dgm:cxn modelId="{75ECF31D-E684-49C0-BF22-31760E440748}" type="presOf" srcId="{0D678243-5FFC-4689-A05E-63AF912C0351}" destId="{221D0870-D9F3-4D67-A803-3BB3FE663A90}" srcOrd="0" destOrd="0" presId="urn:microsoft.com/office/officeart/2005/8/layout/hList1"/>
    <dgm:cxn modelId="{E1789423-B9DC-4FDF-97F4-DC00E5493A35}" srcId="{328E6BC1-2BC0-44C6-AF91-25106AA0FCF4}" destId="{7B3CD229-4E73-4BBF-A56F-28328AE94FED}" srcOrd="1" destOrd="0" parTransId="{1B3236C1-72E1-494A-9876-9E747AB3EEE3}" sibTransId="{87512F30-F3BB-43FC-95DB-5D8B15A7CDC5}"/>
    <dgm:cxn modelId="{E2E23566-93A3-4958-8806-867607969E01}" type="presOf" srcId="{7E8A6BA3-A400-4496-A2D5-18CAC9409EB8}" destId="{E72549C0-082F-4502-87D3-212CB584C67D}" srcOrd="0" destOrd="1" presId="urn:microsoft.com/office/officeart/2005/8/layout/hList1"/>
    <dgm:cxn modelId="{790DD16A-A6A8-459A-B58A-5E8D2B53D738}" type="presOf" srcId="{86048AD4-EE90-42B2-A4B4-C1F87C13DA19}" destId="{E72549C0-082F-4502-87D3-212CB584C67D}" srcOrd="0" destOrd="2" presId="urn:microsoft.com/office/officeart/2005/8/layout/hList1"/>
    <dgm:cxn modelId="{EC211F76-3161-49F5-9649-E2A92B2A1C34}" type="presOf" srcId="{328E6BC1-2BC0-44C6-AF91-25106AA0FCF4}" destId="{B457DAB3-57FA-4E54-BEEF-64C6CE87FBA4}" srcOrd="0" destOrd="0" presId="urn:microsoft.com/office/officeart/2005/8/layout/hList1"/>
    <dgm:cxn modelId="{86324156-7AAE-4153-A871-383742C7A919}" srcId="{90E8A043-F904-41D3-80BF-6E0320016E88}" destId="{6D17CD74-7017-42D5-80E8-69873308424C}" srcOrd="0" destOrd="0" parTransId="{17805460-77D6-42C4-8F4A-62C77087C15B}" sibTransId="{9CD5847C-064F-4594-983C-5CC8F22CB49F}"/>
    <dgm:cxn modelId="{B9C08D59-87B3-404F-8D8D-B49A362342B8}" srcId="{0D678243-5FFC-4689-A05E-63AF912C0351}" destId="{67716046-1B4C-4D45-BA1D-C2BF2A964881}" srcOrd="2" destOrd="0" parTransId="{880D7F2B-1599-483F-992B-45D569378DC2}" sibTransId="{9CF31EDA-CE2D-4695-9BB9-B4D6B0A57F54}"/>
    <dgm:cxn modelId="{75A8C481-ACAB-4D9E-8CA7-C8BA91255086}" srcId="{6D17CD74-7017-42D5-80E8-69873308424C}" destId="{86048AD4-EE90-42B2-A4B4-C1F87C13DA19}" srcOrd="2" destOrd="0" parTransId="{919F58A1-0FCD-4AEC-91DD-A66E3D886ECD}" sibTransId="{ED0DD414-3917-4961-BB5C-11E8F250F189}"/>
    <dgm:cxn modelId="{56BBB083-2B90-4B67-B6FC-530D22AF917D}" type="presOf" srcId="{67716046-1B4C-4D45-BA1D-C2BF2A964881}" destId="{6C30FA82-CD5F-4FE7-A30A-01488A9C3BDC}" srcOrd="0" destOrd="2" presId="urn:microsoft.com/office/officeart/2005/8/layout/hList1"/>
    <dgm:cxn modelId="{743ADC96-10DE-4802-A4A7-E075C10D7F9E}" srcId="{328E6BC1-2BC0-44C6-AF91-25106AA0FCF4}" destId="{5EE78279-E29C-457B-BDC4-A352F894F84A}" srcOrd="0" destOrd="0" parTransId="{79492434-232E-4B24-B856-B8D39E20F53F}" sibTransId="{563E2E3E-E56F-46C0-B6F1-10AAFFB86378}"/>
    <dgm:cxn modelId="{6330599C-09AB-4C47-B948-EC949BF8F929}" srcId="{90E8A043-F904-41D3-80BF-6E0320016E88}" destId="{0D678243-5FFC-4689-A05E-63AF912C0351}" srcOrd="1" destOrd="0" parTransId="{B78B3A59-7DD1-4E9C-8265-7F41FAE29A15}" sibTransId="{8ABF907F-7B7B-4535-85A8-BA0F4CBC66A7}"/>
    <dgm:cxn modelId="{2DEB519D-CFC8-498B-9C9F-6722D360B8D5}" type="presOf" srcId="{7B3CD229-4E73-4BBF-A56F-28328AE94FED}" destId="{50A7430C-9CAC-4E37-9196-6EEDDAE25F79}" srcOrd="0" destOrd="1" presId="urn:microsoft.com/office/officeart/2005/8/layout/hList1"/>
    <dgm:cxn modelId="{9E3FE9AC-2DA8-4CA0-BE00-331884EAC189}" srcId="{0D678243-5FFC-4689-A05E-63AF912C0351}" destId="{E7BB5B91-321B-4BC9-BDC8-84C4A6AF47C8}" srcOrd="0" destOrd="0" parTransId="{6BAAC624-BBA0-4E56-A429-05635A205A2E}" sibTransId="{BF2D56D3-DF48-4B25-B117-D7BFD9A669EB}"/>
    <dgm:cxn modelId="{657022B0-9796-4BE4-9CE2-4806665AA8F7}" type="presOf" srcId="{E7BB5B91-321B-4BC9-BDC8-84C4A6AF47C8}" destId="{6C30FA82-CD5F-4FE7-A30A-01488A9C3BDC}" srcOrd="0" destOrd="0" presId="urn:microsoft.com/office/officeart/2005/8/layout/hList1"/>
    <dgm:cxn modelId="{71B380B8-EABA-486A-BE4E-B153822DFBA3}" type="presOf" srcId="{90E8A043-F904-41D3-80BF-6E0320016E88}" destId="{EBEE9984-933F-4746-B3E7-4F78C46CCBE8}" srcOrd="0" destOrd="0" presId="urn:microsoft.com/office/officeart/2005/8/layout/hList1"/>
    <dgm:cxn modelId="{E5D621C5-D3AD-4D25-85A7-169780454AB2}" type="presOf" srcId="{5EE78279-E29C-457B-BDC4-A352F894F84A}" destId="{50A7430C-9CAC-4E37-9196-6EEDDAE25F79}" srcOrd="0" destOrd="0" presId="urn:microsoft.com/office/officeart/2005/8/layout/hList1"/>
    <dgm:cxn modelId="{E13604C7-0495-43D0-85B5-D152F8F1B0DD}" type="presOf" srcId="{6E83FF5A-C1BF-41D3-B83D-A677C36D1004}" destId="{6C30FA82-CD5F-4FE7-A30A-01488A9C3BDC}" srcOrd="0" destOrd="1" presId="urn:microsoft.com/office/officeart/2005/8/layout/hList1"/>
    <dgm:cxn modelId="{A5B934D6-2CCF-4E3C-8444-A66163D14528}" srcId="{67716046-1B4C-4D45-BA1D-C2BF2A964881}" destId="{5D18EAC4-44DC-4AA0-84A6-BBA5DA2815F7}" srcOrd="0" destOrd="0" parTransId="{BFC24C17-861A-47B1-AC65-8DFD5C285235}" sibTransId="{B0463F62-63EB-41A4-948E-C407F52F4BE4}"/>
    <dgm:cxn modelId="{83DFF5E1-5B1F-4483-A994-2DC159526961}" type="presOf" srcId="{5D18EAC4-44DC-4AA0-84A6-BBA5DA2815F7}" destId="{6C30FA82-CD5F-4FE7-A30A-01488A9C3BDC}" srcOrd="0" destOrd="3" presId="urn:microsoft.com/office/officeart/2005/8/layout/hList1"/>
    <dgm:cxn modelId="{DFECEBEE-2D9E-42A2-88C6-D7B7E0554CCA}" srcId="{0D678243-5FFC-4689-A05E-63AF912C0351}" destId="{6E83FF5A-C1BF-41D3-B83D-A677C36D1004}" srcOrd="1" destOrd="0" parTransId="{88D1BA60-9D7C-447B-A859-282E1EB8B848}" sibTransId="{AC840E80-3ECD-41AA-AD29-A8430AF2D1BE}"/>
    <dgm:cxn modelId="{6D840AFF-9897-4675-97E8-CC3DF0E70204}" type="presOf" srcId="{6D17CD74-7017-42D5-80E8-69873308424C}" destId="{15E93208-4C3C-4BB2-8012-48CC918B9BE6}" srcOrd="0" destOrd="0" presId="urn:microsoft.com/office/officeart/2005/8/layout/hList1"/>
    <dgm:cxn modelId="{A1BED35E-8DC1-46F9-9421-FAC473E669FA}" type="presParOf" srcId="{EBEE9984-933F-4746-B3E7-4F78C46CCBE8}" destId="{793C4707-37B1-4213-A277-2CE68E5326D1}" srcOrd="0" destOrd="0" presId="urn:microsoft.com/office/officeart/2005/8/layout/hList1"/>
    <dgm:cxn modelId="{DDF0B451-F051-4066-AB3A-367F22E337B4}" type="presParOf" srcId="{793C4707-37B1-4213-A277-2CE68E5326D1}" destId="{15E93208-4C3C-4BB2-8012-48CC918B9BE6}" srcOrd="0" destOrd="0" presId="urn:microsoft.com/office/officeart/2005/8/layout/hList1"/>
    <dgm:cxn modelId="{3088F05B-7810-42C7-8558-FC5F56911111}" type="presParOf" srcId="{793C4707-37B1-4213-A277-2CE68E5326D1}" destId="{E72549C0-082F-4502-87D3-212CB584C67D}" srcOrd="1" destOrd="0" presId="urn:microsoft.com/office/officeart/2005/8/layout/hList1"/>
    <dgm:cxn modelId="{1817FA40-6F7F-41F5-B92B-3BF388142443}" type="presParOf" srcId="{EBEE9984-933F-4746-B3E7-4F78C46CCBE8}" destId="{9ABA0588-CBFE-48C5-9282-5F1898568AE2}" srcOrd="1" destOrd="0" presId="urn:microsoft.com/office/officeart/2005/8/layout/hList1"/>
    <dgm:cxn modelId="{5F4FDEB9-B90F-41BA-92E7-9A5081B2989E}" type="presParOf" srcId="{EBEE9984-933F-4746-B3E7-4F78C46CCBE8}" destId="{0645CCC3-A0AE-4F07-B614-A5E6D01293BB}" srcOrd="2" destOrd="0" presId="urn:microsoft.com/office/officeart/2005/8/layout/hList1"/>
    <dgm:cxn modelId="{971A3CF5-CBD1-4FE0-9699-1AB39D9E1C22}" type="presParOf" srcId="{0645CCC3-A0AE-4F07-B614-A5E6D01293BB}" destId="{221D0870-D9F3-4D67-A803-3BB3FE663A90}" srcOrd="0" destOrd="0" presId="urn:microsoft.com/office/officeart/2005/8/layout/hList1"/>
    <dgm:cxn modelId="{B46813B6-EA04-4020-A61C-D2B6C0C7C80F}" type="presParOf" srcId="{0645CCC3-A0AE-4F07-B614-A5E6D01293BB}" destId="{6C30FA82-CD5F-4FE7-A30A-01488A9C3BDC}" srcOrd="1" destOrd="0" presId="urn:microsoft.com/office/officeart/2005/8/layout/hList1"/>
    <dgm:cxn modelId="{599F0C15-F398-44B3-B82D-6FC736D055A3}" type="presParOf" srcId="{EBEE9984-933F-4746-B3E7-4F78C46CCBE8}" destId="{A5F5A9BC-85B9-4AA5-9E42-DB3D692F2FF0}" srcOrd="3" destOrd="0" presId="urn:microsoft.com/office/officeart/2005/8/layout/hList1"/>
    <dgm:cxn modelId="{C29EF6B3-3838-4AD2-A6C5-5CE81E10889C}" type="presParOf" srcId="{EBEE9984-933F-4746-B3E7-4F78C46CCBE8}" destId="{40B8B7D5-1CA6-4334-AF65-06BE57EB5F8B}" srcOrd="4" destOrd="0" presId="urn:microsoft.com/office/officeart/2005/8/layout/hList1"/>
    <dgm:cxn modelId="{4877FB81-8F9B-4ECA-95AC-EDDFCB2CA9B3}" type="presParOf" srcId="{40B8B7D5-1CA6-4334-AF65-06BE57EB5F8B}" destId="{B457DAB3-57FA-4E54-BEEF-64C6CE87FBA4}" srcOrd="0" destOrd="0" presId="urn:microsoft.com/office/officeart/2005/8/layout/hList1"/>
    <dgm:cxn modelId="{2F626E03-794B-4CF3-BA24-78B6E1EF8C32}" type="presParOf" srcId="{40B8B7D5-1CA6-4334-AF65-06BE57EB5F8B}" destId="{50A7430C-9CAC-4E37-9196-6EEDDAE25F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9268542-6CFE-4EF5-BE13-F33F3DED7AC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CAD15F-4D3B-4F96-9E67-F6518A476C5B}">
      <dgm:prSet/>
      <dgm:spPr/>
      <dgm:t>
        <a:bodyPr/>
        <a:lstStyle/>
        <a:p>
          <a:r>
            <a:rPr lang="en-US"/>
            <a:t>Testing progress from both development team and database team</a:t>
          </a:r>
        </a:p>
      </dgm:t>
    </dgm:pt>
    <dgm:pt modelId="{66CE15B6-5F1D-4301-A299-54039FD60082}" type="parTrans" cxnId="{8542F25F-C8DA-4135-AF04-15F3B2E7FBCE}">
      <dgm:prSet/>
      <dgm:spPr/>
      <dgm:t>
        <a:bodyPr/>
        <a:lstStyle/>
        <a:p>
          <a:endParaRPr lang="en-US"/>
        </a:p>
      </dgm:t>
    </dgm:pt>
    <dgm:pt modelId="{DEBDAFB9-FD74-491F-8C97-7E107F8E7081}" type="sibTrans" cxnId="{8542F25F-C8DA-4135-AF04-15F3B2E7FBCE}">
      <dgm:prSet/>
      <dgm:spPr/>
      <dgm:t>
        <a:bodyPr/>
        <a:lstStyle/>
        <a:p>
          <a:endParaRPr lang="en-US"/>
        </a:p>
      </dgm:t>
    </dgm:pt>
    <dgm:pt modelId="{7DE2CEFE-000F-4208-A26E-506FB6999451}">
      <dgm:prSet/>
      <dgm:spPr/>
      <dgm:t>
        <a:bodyPr/>
        <a:lstStyle/>
        <a:p>
          <a:r>
            <a:rPr lang="en-US"/>
            <a:t>Ensured heavy client involvement for feedback and improvements </a:t>
          </a:r>
        </a:p>
      </dgm:t>
    </dgm:pt>
    <dgm:pt modelId="{26323057-0B82-4E42-8518-57C746DB8A98}" type="parTrans" cxnId="{AED12ABE-B26D-4F6B-8123-FABF4059E8F0}">
      <dgm:prSet/>
      <dgm:spPr/>
      <dgm:t>
        <a:bodyPr/>
        <a:lstStyle/>
        <a:p>
          <a:endParaRPr lang="en-US"/>
        </a:p>
      </dgm:t>
    </dgm:pt>
    <dgm:pt modelId="{059BA412-75CF-4DCA-8927-899D3687F384}" type="sibTrans" cxnId="{AED12ABE-B26D-4F6B-8123-FABF4059E8F0}">
      <dgm:prSet/>
      <dgm:spPr/>
      <dgm:t>
        <a:bodyPr/>
        <a:lstStyle/>
        <a:p>
          <a:endParaRPr lang="en-US"/>
        </a:p>
      </dgm:t>
    </dgm:pt>
    <dgm:pt modelId="{BA3A4151-6A70-48D9-901F-4B6968A236B1}">
      <dgm:prSet/>
      <dgm:spPr/>
      <dgm:t>
        <a:bodyPr/>
        <a:lstStyle/>
        <a:p>
          <a:r>
            <a:rPr lang="en-US"/>
            <a:t>Planning for a dev version of application for clients to interact with and use to request a budget for food pantry</a:t>
          </a:r>
        </a:p>
      </dgm:t>
    </dgm:pt>
    <dgm:pt modelId="{95DFFA70-96EE-4E6D-93A6-A44237FFF589}" type="parTrans" cxnId="{7FB1C8D6-D7FA-4BA2-A0DA-4ACEF25A2E66}">
      <dgm:prSet/>
      <dgm:spPr/>
      <dgm:t>
        <a:bodyPr/>
        <a:lstStyle/>
        <a:p>
          <a:endParaRPr lang="en-US"/>
        </a:p>
      </dgm:t>
    </dgm:pt>
    <dgm:pt modelId="{5387E12D-4DDD-47A2-8024-F42D14EFEF00}" type="sibTrans" cxnId="{7FB1C8D6-D7FA-4BA2-A0DA-4ACEF25A2E66}">
      <dgm:prSet/>
      <dgm:spPr/>
      <dgm:t>
        <a:bodyPr/>
        <a:lstStyle/>
        <a:p>
          <a:endParaRPr lang="en-US"/>
        </a:p>
      </dgm:t>
    </dgm:pt>
    <dgm:pt modelId="{91E66595-C32A-46C0-8B18-855533B3216A}" type="pres">
      <dgm:prSet presAssocID="{89268542-6CFE-4EF5-BE13-F33F3DED7A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6B211A-5474-44A9-9705-CADC1FC9EB17}" type="pres">
      <dgm:prSet presAssocID="{56CAD15F-4D3B-4F96-9E67-F6518A476C5B}" presName="hierRoot1" presStyleCnt="0"/>
      <dgm:spPr/>
    </dgm:pt>
    <dgm:pt modelId="{D734D42D-7EE3-4FA5-8BC1-7CF1911ACA3B}" type="pres">
      <dgm:prSet presAssocID="{56CAD15F-4D3B-4F96-9E67-F6518A476C5B}" presName="composite" presStyleCnt="0"/>
      <dgm:spPr/>
    </dgm:pt>
    <dgm:pt modelId="{11A49DD0-70E8-4B68-8D00-71894A74488A}" type="pres">
      <dgm:prSet presAssocID="{56CAD15F-4D3B-4F96-9E67-F6518A476C5B}" presName="background" presStyleLbl="node0" presStyleIdx="0" presStyleCnt="3"/>
      <dgm:spPr/>
    </dgm:pt>
    <dgm:pt modelId="{D8EDFF1D-84FA-4D3D-AFE9-878169D675CD}" type="pres">
      <dgm:prSet presAssocID="{56CAD15F-4D3B-4F96-9E67-F6518A476C5B}" presName="text" presStyleLbl="fgAcc0" presStyleIdx="0" presStyleCnt="3">
        <dgm:presLayoutVars>
          <dgm:chPref val="3"/>
        </dgm:presLayoutVars>
      </dgm:prSet>
      <dgm:spPr/>
    </dgm:pt>
    <dgm:pt modelId="{A3DFE8E1-DD85-4453-A682-63EBEBC5D79E}" type="pres">
      <dgm:prSet presAssocID="{56CAD15F-4D3B-4F96-9E67-F6518A476C5B}" presName="hierChild2" presStyleCnt="0"/>
      <dgm:spPr/>
    </dgm:pt>
    <dgm:pt modelId="{C0E1636D-25D7-4298-A95A-7FD6ECA157D3}" type="pres">
      <dgm:prSet presAssocID="{7DE2CEFE-000F-4208-A26E-506FB6999451}" presName="hierRoot1" presStyleCnt="0"/>
      <dgm:spPr/>
    </dgm:pt>
    <dgm:pt modelId="{9416F4FF-7D74-408A-938F-47109957CA24}" type="pres">
      <dgm:prSet presAssocID="{7DE2CEFE-000F-4208-A26E-506FB6999451}" presName="composite" presStyleCnt="0"/>
      <dgm:spPr/>
    </dgm:pt>
    <dgm:pt modelId="{B5BCB18C-B2CB-4F52-B24A-8359186DC143}" type="pres">
      <dgm:prSet presAssocID="{7DE2CEFE-000F-4208-A26E-506FB6999451}" presName="background" presStyleLbl="node0" presStyleIdx="1" presStyleCnt="3"/>
      <dgm:spPr/>
    </dgm:pt>
    <dgm:pt modelId="{C340EBB6-4F28-49E3-945C-677B3B64CBBF}" type="pres">
      <dgm:prSet presAssocID="{7DE2CEFE-000F-4208-A26E-506FB6999451}" presName="text" presStyleLbl="fgAcc0" presStyleIdx="1" presStyleCnt="3">
        <dgm:presLayoutVars>
          <dgm:chPref val="3"/>
        </dgm:presLayoutVars>
      </dgm:prSet>
      <dgm:spPr/>
    </dgm:pt>
    <dgm:pt modelId="{FFCC32A0-11F1-4740-A8F3-2A4272F50D3F}" type="pres">
      <dgm:prSet presAssocID="{7DE2CEFE-000F-4208-A26E-506FB6999451}" presName="hierChild2" presStyleCnt="0"/>
      <dgm:spPr/>
    </dgm:pt>
    <dgm:pt modelId="{FE514868-AAD3-4865-9C7E-5BFC3A1C9940}" type="pres">
      <dgm:prSet presAssocID="{BA3A4151-6A70-48D9-901F-4B6968A236B1}" presName="hierRoot1" presStyleCnt="0"/>
      <dgm:spPr/>
    </dgm:pt>
    <dgm:pt modelId="{C32BC06B-C1FA-465A-81F6-762694042079}" type="pres">
      <dgm:prSet presAssocID="{BA3A4151-6A70-48D9-901F-4B6968A236B1}" presName="composite" presStyleCnt="0"/>
      <dgm:spPr/>
    </dgm:pt>
    <dgm:pt modelId="{47024C25-916C-4649-87BE-87882FD71BDF}" type="pres">
      <dgm:prSet presAssocID="{BA3A4151-6A70-48D9-901F-4B6968A236B1}" presName="background" presStyleLbl="node0" presStyleIdx="2" presStyleCnt="3"/>
      <dgm:spPr/>
    </dgm:pt>
    <dgm:pt modelId="{B95A967F-8B63-4C3A-966D-5306232F83CA}" type="pres">
      <dgm:prSet presAssocID="{BA3A4151-6A70-48D9-901F-4B6968A236B1}" presName="text" presStyleLbl="fgAcc0" presStyleIdx="2" presStyleCnt="3">
        <dgm:presLayoutVars>
          <dgm:chPref val="3"/>
        </dgm:presLayoutVars>
      </dgm:prSet>
      <dgm:spPr/>
    </dgm:pt>
    <dgm:pt modelId="{C8C8BF05-2006-46D0-8728-2EC1A835B3B2}" type="pres">
      <dgm:prSet presAssocID="{BA3A4151-6A70-48D9-901F-4B6968A236B1}" presName="hierChild2" presStyleCnt="0"/>
      <dgm:spPr/>
    </dgm:pt>
  </dgm:ptLst>
  <dgm:cxnLst>
    <dgm:cxn modelId="{8542F25F-C8DA-4135-AF04-15F3B2E7FBCE}" srcId="{89268542-6CFE-4EF5-BE13-F33F3DED7AC8}" destId="{56CAD15F-4D3B-4F96-9E67-F6518A476C5B}" srcOrd="0" destOrd="0" parTransId="{66CE15B6-5F1D-4301-A299-54039FD60082}" sibTransId="{DEBDAFB9-FD74-491F-8C97-7E107F8E7081}"/>
    <dgm:cxn modelId="{AED12ABE-B26D-4F6B-8123-FABF4059E8F0}" srcId="{89268542-6CFE-4EF5-BE13-F33F3DED7AC8}" destId="{7DE2CEFE-000F-4208-A26E-506FB6999451}" srcOrd="1" destOrd="0" parTransId="{26323057-0B82-4E42-8518-57C746DB8A98}" sibTransId="{059BA412-75CF-4DCA-8927-899D3687F384}"/>
    <dgm:cxn modelId="{6FF735CF-CFA7-4880-99BE-7D81AC0CC570}" type="presOf" srcId="{7DE2CEFE-000F-4208-A26E-506FB6999451}" destId="{C340EBB6-4F28-49E3-945C-677B3B64CBBF}" srcOrd="0" destOrd="0" presId="urn:microsoft.com/office/officeart/2005/8/layout/hierarchy1"/>
    <dgm:cxn modelId="{25853FD5-984C-47CF-9EEC-D2A01BA73058}" type="presOf" srcId="{56CAD15F-4D3B-4F96-9E67-F6518A476C5B}" destId="{D8EDFF1D-84FA-4D3D-AFE9-878169D675CD}" srcOrd="0" destOrd="0" presId="urn:microsoft.com/office/officeart/2005/8/layout/hierarchy1"/>
    <dgm:cxn modelId="{FA0EACD6-1CE8-48F7-86E3-6B7F500F5EA6}" type="presOf" srcId="{89268542-6CFE-4EF5-BE13-F33F3DED7AC8}" destId="{91E66595-C32A-46C0-8B18-855533B3216A}" srcOrd="0" destOrd="0" presId="urn:microsoft.com/office/officeart/2005/8/layout/hierarchy1"/>
    <dgm:cxn modelId="{7FB1C8D6-D7FA-4BA2-A0DA-4ACEF25A2E66}" srcId="{89268542-6CFE-4EF5-BE13-F33F3DED7AC8}" destId="{BA3A4151-6A70-48D9-901F-4B6968A236B1}" srcOrd="2" destOrd="0" parTransId="{95DFFA70-96EE-4E6D-93A6-A44237FFF589}" sibTransId="{5387E12D-4DDD-47A2-8024-F42D14EFEF00}"/>
    <dgm:cxn modelId="{327340D9-FDFE-4803-86C1-4B6BE6B361E0}" type="presOf" srcId="{BA3A4151-6A70-48D9-901F-4B6968A236B1}" destId="{B95A967F-8B63-4C3A-966D-5306232F83CA}" srcOrd="0" destOrd="0" presId="urn:microsoft.com/office/officeart/2005/8/layout/hierarchy1"/>
    <dgm:cxn modelId="{4889A142-CB90-4604-8606-96238104D3A9}" type="presParOf" srcId="{91E66595-C32A-46C0-8B18-855533B3216A}" destId="{CB6B211A-5474-44A9-9705-CADC1FC9EB17}" srcOrd="0" destOrd="0" presId="urn:microsoft.com/office/officeart/2005/8/layout/hierarchy1"/>
    <dgm:cxn modelId="{5EB2732B-B051-439D-A027-72CE1341B668}" type="presParOf" srcId="{CB6B211A-5474-44A9-9705-CADC1FC9EB17}" destId="{D734D42D-7EE3-4FA5-8BC1-7CF1911ACA3B}" srcOrd="0" destOrd="0" presId="urn:microsoft.com/office/officeart/2005/8/layout/hierarchy1"/>
    <dgm:cxn modelId="{DC3BC2D8-3F32-4C0A-A365-BA8F0139E441}" type="presParOf" srcId="{D734D42D-7EE3-4FA5-8BC1-7CF1911ACA3B}" destId="{11A49DD0-70E8-4B68-8D00-71894A74488A}" srcOrd="0" destOrd="0" presId="urn:microsoft.com/office/officeart/2005/8/layout/hierarchy1"/>
    <dgm:cxn modelId="{391ADD79-124D-4DF5-8B95-9782C1DB7169}" type="presParOf" srcId="{D734D42D-7EE3-4FA5-8BC1-7CF1911ACA3B}" destId="{D8EDFF1D-84FA-4D3D-AFE9-878169D675CD}" srcOrd="1" destOrd="0" presId="urn:microsoft.com/office/officeart/2005/8/layout/hierarchy1"/>
    <dgm:cxn modelId="{770DAEE0-A4C4-4698-BD9F-3AA677351BD6}" type="presParOf" srcId="{CB6B211A-5474-44A9-9705-CADC1FC9EB17}" destId="{A3DFE8E1-DD85-4453-A682-63EBEBC5D79E}" srcOrd="1" destOrd="0" presId="urn:microsoft.com/office/officeart/2005/8/layout/hierarchy1"/>
    <dgm:cxn modelId="{736BCA10-27B2-4211-A1D1-3C2A5AFBA12E}" type="presParOf" srcId="{91E66595-C32A-46C0-8B18-855533B3216A}" destId="{C0E1636D-25D7-4298-A95A-7FD6ECA157D3}" srcOrd="1" destOrd="0" presId="urn:microsoft.com/office/officeart/2005/8/layout/hierarchy1"/>
    <dgm:cxn modelId="{BD9CB7C0-5CD9-4308-B26B-D2DF0AC87A6C}" type="presParOf" srcId="{C0E1636D-25D7-4298-A95A-7FD6ECA157D3}" destId="{9416F4FF-7D74-408A-938F-47109957CA24}" srcOrd="0" destOrd="0" presId="urn:microsoft.com/office/officeart/2005/8/layout/hierarchy1"/>
    <dgm:cxn modelId="{6D3BDCDB-E591-4710-931A-C8C4D5358838}" type="presParOf" srcId="{9416F4FF-7D74-408A-938F-47109957CA24}" destId="{B5BCB18C-B2CB-4F52-B24A-8359186DC143}" srcOrd="0" destOrd="0" presId="urn:microsoft.com/office/officeart/2005/8/layout/hierarchy1"/>
    <dgm:cxn modelId="{92BA7F6D-DEE5-4F2B-9FBF-6DC3AC99A429}" type="presParOf" srcId="{9416F4FF-7D74-408A-938F-47109957CA24}" destId="{C340EBB6-4F28-49E3-945C-677B3B64CBBF}" srcOrd="1" destOrd="0" presId="urn:microsoft.com/office/officeart/2005/8/layout/hierarchy1"/>
    <dgm:cxn modelId="{2BE79CAF-74D5-48A6-8E6E-50A25A15FC9F}" type="presParOf" srcId="{C0E1636D-25D7-4298-A95A-7FD6ECA157D3}" destId="{FFCC32A0-11F1-4740-A8F3-2A4272F50D3F}" srcOrd="1" destOrd="0" presId="urn:microsoft.com/office/officeart/2005/8/layout/hierarchy1"/>
    <dgm:cxn modelId="{228A6569-6A31-42E2-9506-3D36C27F2387}" type="presParOf" srcId="{91E66595-C32A-46C0-8B18-855533B3216A}" destId="{FE514868-AAD3-4865-9C7E-5BFC3A1C9940}" srcOrd="2" destOrd="0" presId="urn:microsoft.com/office/officeart/2005/8/layout/hierarchy1"/>
    <dgm:cxn modelId="{778DC979-E03F-4BEC-8BD9-FE851C5B3A65}" type="presParOf" srcId="{FE514868-AAD3-4865-9C7E-5BFC3A1C9940}" destId="{C32BC06B-C1FA-465A-81F6-762694042079}" srcOrd="0" destOrd="0" presId="urn:microsoft.com/office/officeart/2005/8/layout/hierarchy1"/>
    <dgm:cxn modelId="{5A1146D0-D6EA-4100-8B7F-84E9C8DDE2B7}" type="presParOf" srcId="{C32BC06B-C1FA-465A-81F6-762694042079}" destId="{47024C25-916C-4649-87BE-87882FD71BDF}" srcOrd="0" destOrd="0" presId="urn:microsoft.com/office/officeart/2005/8/layout/hierarchy1"/>
    <dgm:cxn modelId="{46C9E0F3-76A1-4480-B3BF-11D595B681AF}" type="presParOf" srcId="{C32BC06B-C1FA-465A-81F6-762694042079}" destId="{B95A967F-8B63-4C3A-966D-5306232F83CA}" srcOrd="1" destOrd="0" presId="urn:microsoft.com/office/officeart/2005/8/layout/hierarchy1"/>
    <dgm:cxn modelId="{5B54CBBE-B9E6-4EF3-B692-183AC32B62AF}" type="presParOf" srcId="{FE514868-AAD3-4865-9C7E-5BFC3A1C9940}" destId="{C8C8BF05-2006-46D0-8728-2EC1A835B3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10BE2-BC7E-4727-8167-323AFDCDFD35}">
      <dsp:nvSpPr>
        <dsp:cNvPr id="0" name=""/>
        <dsp:cNvSpPr/>
      </dsp:nvSpPr>
      <dsp:spPr>
        <a:xfrm>
          <a:off x="14793" y="0"/>
          <a:ext cx="1047786" cy="10313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7D208-0A7E-41BF-B4C1-7DB1DF3B4264}">
      <dsp:nvSpPr>
        <dsp:cNvPr id="0" name=""/>
        <dsp:cNvSpPr/>
      </dsp:nvSpPr>
      <dsp:spPr>
        <a:xfrm>
          <a:off x="14793" y="1191459"/>
          <a:ext cx="2993675" cy="442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Project Introduction</a:t>
          </a:r>
        </a:p>
      </dsp:txBody>
      <dsp:txXfrm>
        <a:off x="14793" y="1191459"/>
        <a:ext cx="2993675" cy="442013"/>
      </dsp:txXfrm>
    </dsp:sp>
    <dsp:sp modelId="{2F999D6E-6699-413F-9C31-3887F9CADEC5}">
      <dsp:nvSpPr>
        <dsp:cNvPr id="0" name=""/>
        <dsp:cNvSpPr/>
      </dsp:nvSpPr>
      <dsp:spPr>
        <a:xfrm>
          <a:off x="14793" y="1707935"/>
          <a:ext cx="2993675" cy="2078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Voiland Food Pantry management system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Web application for food pantry clientele and volunteers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Sign-in, inventory management, volunteer hours tracking</a:t>
          </a:r>
        </a:p>
      </dsp:txBody>
      <dsp:txXfrm>
        <a:off x="14793" y="1707935"/>
        <a:ext cx="2993675" cy="2078144"/>
      </dsp:txXfrm>
    </dsp:sp>
    <dsp:sp modelId="{F7BB6E3E-1027-437E-A4A7-BD3DAA6A119E}">
      <dsp:nvSpPr>
        <dsp:cNvPr id="0" name=""/>
        <dsp:cNvSpPr/>
      </dsp:nvSpPr>
      <dsp:spPr>
        <a:xfrm>
          <a:off x="3532362" y="0"/>
          <a:ext cx="1047786" cy="10313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7296D-3D73-4412-96AF-6BD484B33A4A}">
      <dsp:nvSpPr>
        <dsp:cNvPr id="0" name=""/>
        <dsp:cNvSpPr/>
      </dsp:nvSpPr>
      <dsp:spPr>
        <a:xfrm>
          <a:off x="3532362" y="1191459"/>
          <a:ext cx="2993675" cy="442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Team Roles</a:t>
          </a:r>
        </a:p>
      </dsp:txBody>
      <dsp:txXfrm>
        <a:off x="3532362" y="1191459"/>
        <a:ext cx="2993675" cy="442013"/>
      </dsp:txXfrm>
    </dsp:sp>
    <dsp:sp modelId="{43FE7421-EC31-4FCE-B4AD-1DE41076B626}">
      <dsp:nvSpPr>
        <dsp:cNvPr id="0" name=""/>
        <dsp:cNvSpPr/>
      </dsp:nvSpPr>
      <dsp:spPr>
        <a:xfrm>
          <a:off x="3532362" y="1707935"/>
          <a:ext cx="2993675" cy="2078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Jodie Butterworth – Front-end developer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Matthew Hill – Front-end developer, team lead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Kaitlyn Cornish – Back-end developer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Alex Langland – Back-end developer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Cristobal Escobar and Alan Sun – Database team </a:t>
          </a:r>
        </a:p>
      </dsp:txBody>
      <dsp:txXfrm>
        <a:off x="3532362" y="1707935"/>
        <a:ext cx="2993675" cy="2078144"/>
      </dsp:txXfrm>
    </dsp:sp>
    <dsp:sp modelId="{B11A3E6B-A91C-4215-9717-E1EEFA18EE85}">
      <dsp:nvSpPr>
        <dsp:cNvPr id="0" name=""/>
        <dsp:cNvSpPr/>
      </dsp:nvSpPr>
      <dsp:spPr>
        <a:xfrm>
          <a:off x="7049931" y="0"/>
          <a:ext cx="1047786" cy="10313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" b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542DE-213D-403E-8CC7-D89D0BC30CC4}">
      <dsp:nvSpPr>
        <dsp:cNvPr id="0" name=""/>
        <dsp:cNvSpPr/>
      </dsp:nvSpPr>
      <dsp:spPr>
        <a:xfrm>
          <a:off x="7049931" y="1191459"/>
          <a:ext cx="2993675" cy="442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Sprint 2 Goals</a:t>
          </a:r>
        </a:p>
      </dsp:txBody>
      <dsp:txXfrm>
        <a:off x="7049931" y="1191459"/>
        <a:ext cx="2993675" cy="442013"/>
      </dsp:txXfrm>
    </dsp:sp>
    <dsp:sp modelId="{7CD13E95-57D1-418B-8C77-09CC933F0907}">
      <dsp:nvSpPr>
        <dsp:cNvPr id="0" name=""/>
        <dsp:cNvSpPr/>
      </dsp:nvSpPr>
      <dsp:spPr>
        <a:xfrm>
          <a:off x="7049931" y="1707935"/>
          <a:ext cx="2993675" cy="2078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Begin development for inventory management, as per client’s request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 Minimum Viable Product (MVP) for client feedback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Refine project functionalities and UI to fit expectations</a:t>
          </a:r>
        </a:p>
      </dsp:txBody>
      <dsp:txXfrm>
        <a:off x="7049931" y="1707935"/>
        <a:ext cx="2993675" cy="2078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07114-F955-430E-8EF9-AA808C1ACC6C}">
      <dsp:nvSpPr>
        <dsp:cNvPr id="0" name=""/>
        <dsp:cNvSpPr/>
      </dsp:nvSpPr>
      <dsp:spPr>
        <a:xfrm>
          <a:off x="0" y="377675"/>
          <a:ext cx="6797675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33248" rIns="5275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Inventory management and barcode scanner functionality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Testing with locally-hosted website mockup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Receive client feedback </a:t>
          </a:r>
        </a:p>
      </dsp:txBody>
      <dsp:txXfrm>
        <a:off x="0" y="377675"/>
        <a:ext cx="6797675" cy="1436400"/>
      </dsp:txXfrm>
    </dsp:sp>
    <dsp:sp modelId="{5F04156C-045D-4B0F-85AA-338090E728F3}">
      <dsp:nvSpPr>
        <dsp:cNvPr id="0" name=""/>
        <dsp:cNvSpPr/>
      </dsp:nvSpPr>
      <dsp:spPr>
        <a:xfrm>
          <a:off x="339883" y="141515"/>
          <a:ext cx="475837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Defined Objectives</a:t>
          </a:r>
        </a:p>
      </dsp:txBody>
      <dsp:txXfrm>
        <a:off x="362940" y="164572"/>
        <a:ext cx="4712258" cy="426206"/>
      </dsp:txXfrm>
    </dsp:sp>
    <dsp:sp modelId="{C0F9B892-676B-4606-A09A-799D07FA0BA9}">
      <dsp:nvSpPr>
        <dsp:cNvPr id="0" name=""/>
        <dsp:cNvSpPr/>
      </dsp:nvSpPr>
      <dsp:spPr>
        <a:xfrm>
          <a:off x="0" y="2136635"/>
          <a:ext cx="6797675" cy="138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33248" rIns="5275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Barcode scanning and inventory database and UI up and running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Full stack mock-up in Java that can be integrated with WordPress or HTML UI</a:t>
          </a:r>
        </a:p>
      </dsp:txBody>
      <dsp:txXfrm>
        <a:off x="0" y="2136635"/>
        <a:ext cx="6797675" cy="1386000"/>
      </dsp:txXfrm>
    </dsp:sp>
    <dsp:sp modelId="{A870CDCF-AB5A-49D2-980C-D4F49C510AD9}">
      <dsp:nvSpPr>
        <dsp:cNvPr id="0" name=""/>
        <dsp:cNvSpPr/>
      </dsp:nvSpPr>
      <dsp:spPr>
        <a:xfrm>
          <a:off x="339883" y="1900475"/>
          <a:ext cx="475837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Goals and Rationale</a:t>
          </a:r>
        </a:p>
      </dsp:txBody>
      <dsp:txXfrm>
        <a:off x="362940" y="1923532"/>
        <a:ext cx="4712258" cy="426206"/>
      </dsp:txXfrm>
    </dsp:sp>
    <dsp:sp modelId="{99E4EB40-28FE-4F54-8761-B6E5EAA9A63D}">
      <dsp:nvSpPr>
        <dsp:cNvPr id="0" name=""/>
        <dsp:cNvSpPr/>
      </dsp:nvSpPr>
      <dsp:spPr>
        <a:xfrm>
          <a:off x="0" y="3845196"/>
          <a:ext cx="6797675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33248" rIns="5275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Setting up the program to be useable on terminal or web-based hosting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Getting the barcode scanner working and connected to the database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Providing UI interface for testing and interaction</a:t>
          </a:r>
        </a:p>
      </dsp:txBody>
      <dsp:txXfrm>
        <a:off x="0" y="3845196"/>
        <a:ext cx="6797675" cy="1663200"/>
      </dsp:txXfrm>
    </dsp:sp>
    <dsp:sp modelId="{B87E140E-5945-48DE-AAEB-AAE063B1D027}">
      <dsp:nvSpPr>
        <dsp:cNvPr id="0" name=""/>
        <dsp:cNvSpPr/>
      </dsp:nvSpPr>
      <dsp:spPr>
        <a:xfrm>
          <a:off x="339883" y="3609036"/>
          <a:ext cx="475837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Connection to Overall Vision</a:t>
          </a:r>
        </a:p>
      </dsp:txBody>
      <dsp:txXfrm>
        <a:off x="362940" y="3632093"/>
        <a:ext cx="4712258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79A0D-4A7F-496A-AE6C-24492353247A}">
      <dsp:nvSpPr>
        <dsp:cNvPr id="0" name=""/>
        <dsp:cNvSpPr/>
      </dsp:nvSpPr>
      <dsp:spPr>
        <a:xfrm>
          <a:off x="13474" y="281388"/>
          <a:ext cx="775913" cy="775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F6D3A-3A5F-401C-841E-E2030F68318C}">
      <dsp:nvSpPr>
        <dsp:cNvPr id="0" name=""/>
        <dsp:cNvSpPr/>
      </dsp:nvSpPr>
      <dsp:spPr>
        <a:xfrm>
          <a:off x="13474" y="1206106"/>
          <a:ext cx="2216895" cy="436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Feature Overview</a:t>
          </a:r>
        </a:p>
      </dsp:txBody>
      <dsp:txXfrm>
        <a:off x="13474" y="1206106"/>
        <a:ext cx="2216895" cy="436451"/>
      </dsp:txXfrm>
    </dsp:sp>
    <dsp:sp modelId="{38AFE88C-8DCB-4F34-B7B4-04DA8AA6B746}">
      <dsp:nvSpPr>
        <dsp:cNvPr id="0" name=""/>
        <dsp:cNvSpPr/>
      </dsp:nvSpPr>
      <dsp:spPr>
        <a:xfrm>
          <a:off x="13474" y="1711769"/>
          <a:ext cx="2216895" cy="2030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Inventory management database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Barcode scanner integration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Customer login with returning credential recognition</a:t>
          </a:r>
        </a:p>
      </dsp:txBody>
      <dsp:txXfrm>
        <a:off x="13474" y="1711769"/>
        <a:ext cx="2216895" cy="2030201"/>
      </dsp:txXfrm>
    </dsp:sp>
    <dsp:sp modelId="{50148449-ABF0-4845-AC5E-E8EF512DB2B6}">
      <dsp:nvSpPr>
        <dsp:cNvPr id="0" name=""/>
        <dsp:cNvSpPr/>
      </dsp:nvSpPr>
      <dsp:spPr>
        <a:xfrm>
          <a:off x="2618326" y="281388"/>
          <a:ext cx="775913" cy="775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4B52F-8C8F-40EE-9972-CFF6742B99DE}">
      <dsp:nvSpPr>
        <dsp:cNvPr id="0" name=""/>
        <dsp:cNvSpPr/>
      </dsp:nvSpPr>
      <dsp:spPr>
        <a:xfrm>
          <a:off x="2618326" y="1206106"/>
          <a:ext cx="2216895" cy="436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Before and After Scenarios</a:t>
          </a:r>
        </a:p>
      </dsp:txBody>
      <dsp:txXfrm>
        <a:off x="2618326" y="1206106"/>
        <a:ext cx="2216895" cy="436451"/>
      </dsp:txXfrm>
    </dsp:sp>
    <dsp:sp modelId="{8B5227D0-002A-4911-9C7D-6643F6C12F07}">
      <dsp:nvSpPr>
        <dsp:cNvPr id="0" name=""/>
        <dsp:cNvSpPr/>
      </dsp:nvSpPr>
      <dsp:spPr>
        <a:xfrm>
          <a:off x="2618326" y="1711769"/>
          <a:ext cx="2216895" cy="2030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Inventory: Initially, no implementation – added ability to track stock, ounces of food, specific items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Barcode scanner: Initially, no implementation – added ability to read food barcodes and output UPC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Customer login: Initially, paper sign-in – added recognition for user’s standing and major</a:t>
          </a:r>
        </a:p>
      </dsp:txBody>
      <dsp:txXfrm>
        <a:off x="2618326" y="1711769"/>
        <a:ext cx="2216895" cy="2030201"/>
      </dsp:txXfrm>
    </dsp:sp>
    <dsp:sp modelId="{38464239-F011-4CD3-A702-49EA42F73DB6}">
      <dsp:nvSpPr>
        <dsp:cNvPr id="0" name=""/>
        <dsp:cNvSpPr/>
      </dsp:nvSpPr>
      <dsp:spPr>
        <a:xfrm>
          <a:off x="5223178" y="281388"/>
          <a:ext cx="775913" cy="775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2FA13-92B5-42D7-B38B-B8DC924EB300}">
      <dsp:nvSpPr>
        <dsp:cNvPr id="0" name=""/>
        <dsp:cNvSpPr/>
      </dsp:nvSpPr>
      <dsp:spPr>
        <a:xfrm>
          <a:off x="5223178" y="1206106"/>
          <a:ext cx="2216895" cy="436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Features Demo</a:t>
          </a:r>
        </a:p>
      </dsp:txBody>
      <dsp:txXfrm>
        <a:off x="5223178" y="1206106"/>
        <a:ext cx="2216895" cy="436451"/>
      </dsp:txXfrm>
    </dsp:sp>
    <dsp:sp modelId="{834579D2-2167-4C49-BC57-61472060CB5C}">
      <dsp:nvSpPr>
        <dsp:cNvPr id="0" name=""/>
        <dsp:cNvSpPr/>
      </dsp:nvSpPr>
      <dsp:spPr>
        <a:xfrm>
          <a:off x="5223178" y="1711769"/>
          <a:ext cx="2216895" cy="2030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Demo follows</a:t>
          </a:r>
        </a:p>
      </dsp:txBody>
      <dsp:txXfrm>
        <a:off x="5223178" y="1711769"/>
        <a:ext cx="2216895" cy="2030201"/>
      </dsp:txXfrm>
    </dsp:sp>
    <dsp:sp modelId="{9D910FFB-FD4B-4A3D-B425-DAC46FA3F248}">
      <dsp:nvSpPr>
        <dsp:cNvPr id="0" name=""/>
        <dsp:cNvSpPr/>
      </dsp:nvSpPr>
      <dsp:spPr>
        <a:xfrm>
          <a:off x="7828030" y="281388"/>
          <a:ext cx="775913" cy="775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5A994-2503-456F-8AA0-7CCA1787F953}">
      <dsp:nvSpPr>
        <dsp:cNvPr id="0" name=""/>
        <dsp:cNvSpPr/>
      </dsp:nvSpPr>
      <dsp:spPr>
        <a:xfrm>
          <a:off x="7828030" y="1206106"/>
          <a:ext cx="2216895" cy="436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Testing and Validation</a:t>
          </a:r>
        </a:p>
      </dsp:txBody>
      <dsp:txXfrm>
        <a:off x="7828030" y="1206106"/>
        <a:ext cx="2216895" cy="436451"/>
      </dsp:txXfrm>
    </dsp:sp>
    <dsp:sp modelId="{FD2566B2-A12A-41FF-B080-1910C3198D88}">
      <dsp:nvSpPr>
        <dsp:cNvPr id="0" name=""/>
        <dsp:cNvSpPr/>
      </dsp:nvSpPr>
      <dsp:spPr>
        <a:xfrm>
          <a:off x="7828030" y="1711769"/>
          <a:ext cx="2216895" cy="2030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Inventory: Testing with barcode scanner by adding, subtracting, searching, and testing edge cases (subtract stock of 0, etc.)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Barcode scanner: Cross-reference with UPC database to ensure item matches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Customer login: Recall previous logins, log in again to ensure recognition functions accordingly</a:t>
          </a:r>
        </a:p>
      </dsp:txBody>
      <dsp:txXfrm>
        <a:off x="7828030" y="1711769"/>
        <a:ext cx="2216895" cy="20302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076EC-32BA-47B5-8366-AB7A519A49FF}">
      <dsp:nvSpPr>
        <dsp:cNvPr id="0" name=""/>
        <dsp:cNvSpPr/>
      </dsp:nvSpPr>
      <dsp:spPr>
        <a:xfrm>
          <a:off x="3143" y="11099"/>
          <a:ext cx="3064668" cy="6510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Static Functionality</a:t>
          </a:r>
        </a:p>
      </dsp:txBody>
      <dsp:txXfrm>
        <a:off x="3143" y="11099"/>
        <a:ext cx="3064668" cy="651050"/>
      </dsp:txXfrm>
    </dsp:sp>
    <dsp:sp modelId="{4AA45866-269F-41DF-BBFB-D6CD8E2BF712}">
      <dsp:nvSpPr>
        <dsp:cNvPr id="0" name=""/>
        <dsp:cNvSpPr/>
      </dsp:nvSpPr>
      <dsp:spPr>
        <a:xfrm>
          <a:off x="3143" y="662150"/>
          <a:ext cx="3064668" cy="31128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Decided to use WordPress again after events of Sprint 1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Currently using locally hosted HTML website for testing feature implementation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Adjusted UI to include requested features (login, inventory, scan, etc.)</a:t>
          </a:r>
        </a:p>
      </dsp:txBody>
      <dsp:txXfrm>
        <a:off x="3143" y="662150"/>
        <a:ext cx="3064668" cy="3112830"/>
      </dsp:txXfrm>
    </dsp:sp>
    <dsp:sp modelId="{24BA45C8-C8E9-469A-A567-FBD521F0CEB0}">
      <dsp:nvSpPr>
        <dsp:cNvPr id="0" name=""/>
        <dsp:cNvSpPr/>
      </dsp:nvSpPr>
      <dsp:spPr>
        <a:xfrm>
          <a:off x="3496865" y="11099"/>
          <a:ext cx="3064668" cy="651050"/>
        </a:xfrm>
        <a:prstGeom prst="rect">
          <a:avLst/>
        </a:prstGeom>
        <a:solidFill>
          <a:schemeClr val="accent2">
            <a:hueOff val="-4377"/>
            <a:satOff val="108"/>
            <a:lumOff val="3823"/>
            <a:alphaOff val="0"/>
          </a:schemeClr>
        </a:solidFill>
        <a:ln w="15875" cap="flat" cmpd="sng" algn="ctr">
          <a:solidFill>
            <a:schemeClr val="accent2">
              <a:hueOff val="-4377"/>
              <a:satOff val="108"/>
              <a:lumOff val="3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 Navigation and Responsiveness </a:t>
          </a:r>
        </a:p>
      </dsp:txBody>
      <dsp:txXfrm>
        <a:off x="3496865" y="11099"/>
        <a:ext cx="3064668" cy="651050"/>
      </dsp:txXfrm>
    </dsp:sp>
    <dsp:sp modelId="{D2D995A1-E711-427F-B2D9-8DA860C6BCB7}">
      <dsp:nvSpPr>
        <dsp:cNvPr id="0" name=""/>
        <dsp:cNvSpPr/>
      </dsp:nvSpPr>
      <dsp:spPr>
        <a:xfrm>
          <a:off x="3496865" y="662150"/>
          <a:ext cx="3064668" cy="3112830"/>
        </a:xfrm>
        <a:prstGeom prst="rect">
          <a:avLst/>
        </a:prstGeom>
        <a:solidFill>
          <a:schemeClr val="accent2">
            <a:tint val="40000"/>
            <a:alpha val="90000"/>
            <a:hueOff val="636"/>
            <a:satOff val="9560"/>
            <a:lumOff val="10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636"/>
              <a:satOff val="9560"/>
              <a:lumOff val="1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Application only meant for functionality as a website for terminal provided by client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As showcased in demo, current responsiveness meets expectations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Navigation is typical and matches UI</a:t>
          </a:r>
        </a:p>
      </dsp:txBody>
      <dsp:txXfrm>
        <a:off x="3496865" y="662150"/>
        <a:ext cx="3064668" cy="3112830"/>
      </dsp:txXfrm>
    </dsp:sp>
    <dsp:sp modelId="{9D6E4504-3A60-45E4-93DE-69D71E70F2F7}">
      <dsp:nvSpPr>
        <dsp:cNvPr id="0" name=""/>
        <dsp:cNvSpPr/>
      </dsp:nvSpPr>
      <dsp:spPr>
        <a:xfrm>
          <a:off x="6990588" y="11099"/>
          <a:ext cx="3064668" cy="651050"/>
        </a:xfrm>
        <a:prstGeom prst="rect">
          <a:avLst/>
        </a:prstGeom>
        <a:solidFill>
          <a:schemeClr val="accent2">
            <a:hueOff val="-8754"/>
            <a:satOff val="216"/>
            <a:lumOff val="7646"/>
            <a:alphaOff val="0"/>
          </a:schemeClr>
        </a:solidFill>
        <a:ln w="15875" cap="flat" cmpd="sng" algn="ctr">
          <a:solidFill>
            <a:schemeClr val="accent2">
              <a:hueOff val="-8754"/>
              <a:satOff val="216"/>
              <a:lumOff val="7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Alignment with Client Requirements </a:t>
          </a:r>
        </a:p>
      </dsp:txBody>
      <dsp:txXfrm>
        <a:off x="6990588" y="11099"/>
        <a:ext cx="3064668" cy="651050"/>
      </dsp:txXfrm>
    </dsp:sp>
    <dsp:sp modelId="{D183502F-78FF-4C5C-937D-223F86A27CAD}">
      <dsp:nvSpPr>
        <dsp:cNvPr id="0" name=""/>
        <dsp:cNvSpPr/>
      </dsp:nvSpPr>
      <dsp:spPr>
        <a:xfrm>
          <a:off x="6990588" y="662150"/>
          <a:ext cx="3064668" cy="3112830"/>
        </a:xfrm>
        <a:prstGeom prst="rect">
          <a:avLst/>
        </a:prstGeom>
        <a:solidFill>
          <a:schemeClr val="accent2">
            <a:tint val="40000"/>
            <a:alpha val="90000"/>
            <a:hueOff val="1273"/>
            <a:satOff val="19119"/>
            <a:lumOff val="212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73"/>
              <a:satOff val="19119"/>
              <a:lumOff val="21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Requested work on inventory and barcode scanner first – website functions reflect this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Clients wanted ounces of food checked out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Keep items in database, even after stock reaches 0</a:t>
          </a:r>
        </a:p>
      </dsp:txBody>
      <dsp:txXfrm>
        <a:off x="6990588" y="662150"/>
        <a:ext cx="3064668" cy="31128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BEC33-6CDC-4016-9EC2-1857575969A9}">
      <dsp:nvSpPr>
        <dsp:cNvPr id="0" name=""/>
        <dsp:cNvSpPr/>
      </dsp:nvSpPr>
      <dsp:spPr>
        <a:xfrm>
          <a:off x="13474" y="406430"/>
          <a:ext cx="775913" cy="775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4396D-F088-4EEA-A24F-F27BDF564926}">
      <dsp:nvSpPr>
        <dsp:cNvPr id="0" name=""/>
        <dsp:cNvSpPr/>
      </dsp:nvSpPr>
      <dsp:spPr>
        <a:xfrm>
          <a:off x="13474" y="1310192"/>
          <a:ext cx="2216895" cy="33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System Architecture </a:t>
          </a:r>
        </a:p>
      </dsp:txBody>
      <dsp:txXfrm>
        <a:off x="13474" y="1310192"/>
        <a:ext cx="2216895" cy="332534"/>
      </dsp:txXfrm>
    </dsp:sp>
    <dsp:sp modelId="{DB488C23-AAEC-4730-9C8A-9C50E85A3215}">
      <dsp:nvSpPr>
        <dsp:cNvPr id="0" name=""/>
        <dsp:cNvSpPr/>
      </dsp:nvSpPr>
      <dsp:spPr>
        <a:xfrm>
          <a:off x="13474" y="1702191"/>
          <a:ext cx="2216895" cy="167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Clients requested use of WordPress – currently, still working with contacts on that front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Major components include login, inventory, and volunteer tracking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Components directly tied to each other for thorough function of entire system</a:t>
          </a:r>
        </a:p>
      </dsp:txBody>
      <dsp:txXfrm>
        <a:off x="13474" y="1702191"/>
        <a:ext cx="2216895" cy="1677458"/>
      </dsp:txXfrm>
    </dsp:sp>
    <dsp:sp modelId="{48E577C8-93E6-455A-BF7A-B421CB3FFC65}">
      <dsp:nvSpPr>
        <dsp:cNvPr id="0" name=""/>
        <dsp:cNvSpPr/>
      </dsp:nvSpPr>
      <dsp:spPr>
        <a:xfrm>
          <a:off x="2618326" y="406430"/>
          <a:ext cx="775913" cy="775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375B7-B7D1-4598-A121-EF0B47F1BC9E}">
      <dsp:nvSpPr>
        <dsp:cNvPr id="0" name=""/>
        <dsp:cNvSpPr/>
      </dsp:nvSpPr>
      <dsp:spPr>
        <a:xfrm>
          <a:off x="2618326" y="1310192"/>
          <a:ext cx="2216895" cy="33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Database Design </a:t>
          </a:r>
        </a:p>
      </dsp:txBody>
      <dsp:txXfrm>
        <a:off x="2618326" y="1310192"/>
        <a:ext cx="2216895" cy="332534"/>
      </dsp:txXfrm>
    </dsp:sp>
    <dsp:sp modelId="{EBD11AF1-A3E8-4BFD-B07D-5E2EB348E902}">
      <dsp:nvSpPr>
        <dsp:cNvPr id="0" name=""/>
        <dsp:cNvSpPr/>
      </dsp:nvSpPr>
      <dsp:spPr>
        <a:xfrm>
          <a:off x="2618326" y="1702191"/>
          <a:ext cx="2216895" cy="167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Shown in following slide</a:t>
          </a:r>
        </a:p>
      </dsp:txBody>
      <dsp:txXfrm>
        <a:off x="2618326" y="1702191"/>
        <a:ext cx="2216895" cy="1677458"/>
      </dsp:txXfrm>
    </dsp:sp>
    <dsp:sp modelId="{EBF8FD2C-032D-4F84-9558-7B57C0D485BC}">
      <dsp:nvSpPr>
        <dsp:cNvPr id="0" name=""/>
        <dsp:cNvSpPr/>
      </dsp:nvSpPr>
      <dsp:spPr>
        <a:xfrm>
          <a:off x="5223178" y="406430"/>
          <a:ext cx="775913" cy="775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1703B-77FE-475F-91CE-DEECBF868B8C}">
      <dsp:nvSpPr>
        <dsp:cNvPr id="0" name=""/>
        <dsp:cNvSpPr/>
      </dsp:nvSpPr>
      <dsp:spPr>
        <a:xfrm>
          <a:off x="5223178" y="1310192"/>
          <a:ext cx="2216895" cy="33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User Interface Design </a:t>
          </a:r>
        </a:p>
      </dsp:txBody>
      <dsp:txXfrm>
        <a:off x="5223178" y="1310192"/>
        <a:ext cx="2216895" cy="332534"/>
      </dsp:txXfrm>
    </dsp:sp>
    <dsp:sp modelId="{A3428F98-DC5E-4081-B028-14D44F14225E}">
      <dsp:nvSpPr>
        <dsp:cNvPr id="0" name=""/>
        <dsp:cNvSpPr/>
      </dsp:nvSpPr>
      <dsp:spPr>
        <a:xfrm>
          <a:off x="5223178" y="1702191"/>
          <a:ext cx="2216895" cy="167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Current UI structure, shown in features demo, is temporary for sake of feature testing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Following client feedback, inventory system improved by variable quantity input for efficiency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New fields and trackers added in consideration of client requirements</a:t>
          </a:r>
        </a:p>
      </dsp:txBody>
      <dsp:txXfrm>
        <a:off x="5223178" y="1702191"/>
        <a:ext cx="2216895" cy="1677458"/>
      </dsp:txXfrm>
    </dsp:sp>
    <dsp:sp modelId="{7C6C8330-7033-4796-A7C6-8E668BA65C40}">
      <dsp:nvSpPr>
        <dsp:cNvPr id="0" name=""/>
        <dsp:cNvSpPr/>
      </dsp:nvSpPr>
      <dsp:spPr>
        <a:xfrm>
          <a:off x="7828030" y="406430"/>
          <a:ext cx="775913" cy="775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85049-1221-4C27-BF53-9BBFF1AAFF28}">
      <dsp:nvSpPr>
        <dsp:cNvPr id="0" name=""/>
        <dsp:cNvSpPr/>
      </dsp:nvSpPr>
      <dsp:spPr>
        <a:xfrm>
          <a:off x="7828030" y="1310192"/>
          <a:ext cx="2216895" cy="332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Testing Plan </a:t>
          </a:r>
        </a:p>
      </dsp:txBody>
      <dsp:txXfrm>
        <a:off x="7828030" y="1310192"/>
        <a:ext cx="2216895" cy="332534"/>
      </dsp:txXfrm>
    </dsp:sp>
    <dsp:sp modelId="{647DBABF-776E-4E10-A781-C07503427D19}">
      <dsp:nvSpPr>
        <dsp:cNvPr id="0" name=""/>
        <dsp:cNvSpPr/>
      </dsp:nvSpPr>
      <dsp:spPr>
        <a:xfrm>
          <a:off x="7828030" y="1702191"/>
          <a:ext cx="2216895" cy="167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Edge cases covered during development of inventory features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undergone using barcode scanner to verify both hardware and software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Real-world testing by showing clients and discussing changes needed if using the application themselves</a:t>
          </a:r>
        </a:p>
      </dsp:txBody>
      <dsp:txXfrm>
        <a:off x="7828030" y="1702191"/>
        <a:ext cx="2216895" cy="16774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A99CE-68E2-4812-BB78-4182039E1EA0}">
      <dsp:nvSpPr>
        <dsp:cNvPr id="0" name=""/>
        <dsp:cNvSpPr/>
      </dsp:nvSpPr>
      <dsp:spPr>
        <a:xfrm>
          <a:off x="0" y="9756"/>
          <a:ext cx="6797675" cy="55165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5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5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Achievements</a:t>
          </a:r>
        </a:p>
      </dsp:txBody>
      <dsp:txXfrm>
        <a:off x="26930" y="36686"/>
        <a:ext cx="6743815" cy="497795"/>
      </dsp:txXfrm>
    </dsp:sp>
    <dsp:sp modelId="{1D9FD3E3-F8C2-404B-8E56-784BA06D32EB}">
      <dsp:nvSpPr>
        <dsp:cNvPr id="0" name=""/>
        <dsp:cNvSpPr/>
      </dsp:nvSpPr>
      <dsp:spPr>
        <a:xfrm>
          <a:off x="0" y="561411"/>
          <a:ext cx="6797675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Began testing functionalities requested by clients to receive feedback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Approved and experimented with hardware to understand scanner integration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Established a set timeline for the project</a:t>
          </a:r>
        </a:p>
      </dsp:txBody>
      <dsp:txXfrm>
        <a:off x="0" y="561411"/>
        <a:ext cx="6797675" cy="1428300"/>
      </dsp:txXfrm>
    </dsp:sp>
    <dsp:sp modelId="{B1D2F6E0-3BF4-4BA1-A8F5-F117B48CD21B}">
      <dsp:nvSpPr>
        <dsp:cNvPr id="0" name=""/>
        <dsp:cNvSpPr/>
      </dsp:nvSpPr>
      <dsp:spPr>
        <a:xfrm>
          <a:off x="0" y="1989711"/>
          <a:ext cx="6797675" cy="551655"/>
        </a:xfrm>
        <a:prstGeom prst="roundRect">
          <a:avLst/>
        </a:prstGeom>
        <a:gradFill rotWithShape="0">
          <a:gsLst>
            <a:gs pos="0">
              <a:schemeClr val="accent5">
                <a:hueOff val="4377"/>
                <a:satOff val="-108"/>
                <a:lumOff val="-3823"/>
                <a:alphaOff val="0"/>
                <a:shade val="85000"/>
                <a:satMod val="130000"/>
              </a:schemeClr>
            </a:gs>
            <a:gs pos="34000">
              <a:schemeClr val="accent5">
                <a:hueOff val="4377"/>
                <a:satOff val="-108"/>
                <a:lumOff val="-3823"/>
                <a:alphaOff val="0"/>
                <a:shade val="87000"/>
                <a:satMod val="125000"/>
              </a:schemeClr>
            </a:gs>
            <a:gs pos="70000">
              <a:schemeClr val="accent5">
                <a:hueOff val="4377"/>
                <a:satOff val="-108"/>
                <a:lumOff val="-3823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4377"/>
                <a:satOff val="-108"/>
                <a:lumOff val="-3823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Challenges and Solutions</a:t>
          </a:r>
        </a:p>
      </dsp:txBody>
      <dsp:txXfrm>
        <a:off x="26930" y="2016641"/>
        <a:ext cx="6743815" cy="497795"/>
      </dsp:txXfrm>
    </dsp:sp>
    <dsp:sp modelId="{C6C66519-5805-48CA-868C-2976AE012C86}">
      <dsp:nvSpPr>
        <dsp:cNvPr id="0" name=""/>
        <dsp:cNvSpPr/>
      </dsp:nvSpPr>
      <dsp:spPr>
        <a:xfrm>
          <a:off x="0" y="2541366"/>
          <a:ext cx="6797675" cy="1118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Lack of proper communication within development team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However, treated with diligence by entire team for future sprints </a:t>
          </a:r>
        </a:p>
      </dsp:txBody>
      <dsp:txXfrm>
        <a:off x="0" y="2541366"/>
        <a:ext cx="6797675" cy="1118835"/>
      </dsp:txXfrm>
    </dsp:sp>
    <dsp:sp modelId="{362E2DC5-881D-42B4-9228-03ABBBA3673E}">
      <dsp:nvSpPr>
        <dsp:cNvPr id="0" name=""/>
        <dsp:cNvSpPr/>
      </dsp:nvSpPr>
      <dsp:spPr>
        <a:xfrm>
          <a:off x="0" y="3660201"/>
          <a:ext cx="6797675" cy="551655"/>
        </a:xfrm>
        <a:prstGeom prst="roundRect">
          <a:avLst/>
        </a:prstGeom>
        <a:gradFill rotWithShape="0">
          <a:gsLst>
            <a:gs pos="0">
              <a:schemeClr val="accent5">
                <a:hueOff val="8754"/>
                <a:satOff val="-216"/>
                <a:lumOff val="-7646"/>
                <a:alphaOff val="0"/>
                <a:shade val="85000"/>
                <a:satMod val="130000"/>
              </a:schemeClr>
            </a:gs>
            <a:gs pos="34000">
              <a:schemeClr val="accent5">
                <a:hueOff val="8754"/>
                <a:satOff val="-216"/>
                <a:lumOff val="-7646"/>
                <a:alphaOff val="0"/>
                <a:shade val="87000"/>
                <a:satMod val="125000"/>
              </a:schemeClr>
            </a:gs>
            <a:gs pos="70000">
              <a:schemeClr val="accent5">
                <a:hueOff val="8754"/>
                <a:satOff val="-216"/>
                <a:lumOff val="-7646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5">
                <a:hueOff val="8754"/>
                <a:satOff val="-216"/>
                <a:lumOff val="-7646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Progress from Sprint 1</a:t>
          </a:r>
        </a:p>
      </dsp:txBody>
      <dsp:txXfrm>
        <a:off x="26930" y="3687131"/>
        <a:ext cx="6743815" cy="497795"/>
      </dsp:txXfrm>
    </dsp:sp>
    <dsp:sp modelId="{A69DE990-BD7F-4BD4-9070-C59CEE2ED90C}">
      <dsp:nvSpPr>
        <dsp:cNvPr id="0" name=""/>
        <dsp:cNvSpPr/>
      </dsp:nvSpPr>
      <dsp:spPr>
        <a:xfrm>
          <a:off x="0" y="4211856"/>
          <a:ext cx="6797675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Reestablished using WordPress for application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Began development of prototype to explore and test requirements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Received feedback from clients to find areas of improvement for prototype</a:t>
          </a:r>
        </a:p>
      </dsp:txBody>
      <dsp:txXfrm>
        <a:off x="0" y="4211856"/>
        <a:ext cx="6797675" cy="14283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93208-4C3C-4BB2-8012-48CC918B9BE6}">
      <dsp:nvSpPr>
        <dsp:cNvPr id="0" name=""/>
        <dsp:cNvSpPr/>
      </dsp:nvSpPr>
      <dsp:spPr>
        <a:xfrm>
          <a:off x="3143" y="293504"/>
          <a:ext cx="3064668" cy="5803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Upcoming Tasks</a:t>
          </a:r>
        </a:p>
      </dsp:txBody>
      <dsp:txXfrm>
        <a:off x="3143" y="293504"/>
        <a:ext cx="3064668" cy="580341"/>
      </dsp:txXfrm>
    </dsp:sp>
    <dsp:sp modelId="{E72549C0-082F-4502-87D3-212CB584C67D}">
      <dsp:nvSpPr>
        <dsp:cNvPr id="0" name=""/>
        <dsp:cNvSpPr/>
      </dsp:nvSpPr>
      <dsp:spPr>
        <a:xfrm>
          <a:off x="3143" y="873845"/>
          <a:ext cx="3064668" cy="26187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Create dev version to host locally on provided computer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General UI improvements for already implemented features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Monthly email reports, sign-in system updates, volunteer hour tracking</a:t>
          </a:r>
        </a:p>
      </dsp:txBody>
      <dsp:txXfrm>
        <a:off x="3143" y="873845"/>
        <a:ext cx="3064668" cy="2618730"/>
      </dsp:txXfrm>
    </dsp:sp>
    <dsp:sp modelId="{221D0870-D9F3-4D67-A803-3BB3FE663A90}">
      <dsp:nvSpPr>
        <dsp:cNvPr id="0" name=""/>
        <dsp:cNvSpPr/>
      </dsp:nvSpPr>
      <dsp:spPr>
        <a:xfrm>
          <a:off x="3496865" y="293504"/>
          <a:ext cx="3064668" cy="580341"/>
        </a:xfrm>
        <a:prstGeom prst="rect">
          <a:avLst/>
        </a:prstGeom>
        <a:solidFill>
          <a:schemeClr val="accent2">
            <a:hueOff val="-4377"/>
            <a:satOff val="108"/>
            <a:lumOff val="3823"/>
            <a:alphaOff val="0"/>
          </a:schemeClr>
        </a:solidFill>
        <a:ln w="15875" cap="flat" cmpd="sng" algn="ctr">
          <a:solidFill>
            <a:schemeClr val="accent2">
              <a:hueOff val="-4377"/>
              <a:satOff val="108"/>
              <a:lumOff val="3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Sprint Retrospective </a:t>
          </a:r>
        </a:p>
      </dsp:txBody>
      <dsp:txXfrm>
        <a:off x="3496865" y="293504"/>
        <a:ext cx="3064668" cy="580341"/>
      </dsp:txXfrm>
    </dsp:sp>
    <dsp:sp modelId="{6C30FA82-CD5F-4FE7-A30A-01488A9C3BDC}">
      <dsp:nvSpPr>
        <dsp:cNvPr id="0" name=""/>
        <dsp:cNvSpPr/>
      </dsp:nvSpPr>
      <dsp:spPr>
        <a:xfrm>
          <a:off x="3496865" y="873845"/>
          <a:ext cx="3064668" cy="2618730"/>
        </a:xfrm>
        <a:prstGeom prst="rect">
          <a:avLst/>
        </a:prstGeom>
        <a:solidFill>
          <a:schemeClr val="accent2">
            <a:tint val="40000"/>
            <a:alpha val="90000"/>
            <a:hueOff val="636"/>
            <a:satOff val="9560"/>
            <a:lumOff val="10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636"/>
              <a:satOff val="9560"/>
              <a:lumOff val="1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Clients were impressed with prototype functionality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Features were prioritized, but needs UI cleaning up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Inadequate communication made for avoidable issues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This will be a team focus for upcoming sprints</a:t>
          </a:r>
        </a:p>
      </dsp:txBody>
      <dsp:txXfrm>
        <a:off x="3496865" y="873845"/>
        <a:ext cx="3064668" cy="2618730"/>
      </dsp:txXfrm>
    </dsp:sp>
    <dsp:sp modelId="{B457DAB3-57FA-4E54-BEEF-64C6CE87FBA4}">
      <dsp:nvSpPr>
        <dsp:cNvPr id="0" name=""/>
        <dsp:cNvSpPr/>
      </dsp:nvSpPr>
      <dsp:spPr>
        <a:xfrm>
          <a:off x="6990588" y="293504"/>
          <a:ext cx="3064668" cy="580341"/>
        </a:xfrm>
        <a:prstGeom prst="rect">
          <a:avLst/>
        </a:prstGeom>
        <a:solidFill>
          <a:schemeClr val="accent2">
            <a:hueOff val="-8754"/>
            <a:satOff val="216"/>
            <a:lumOff val="7646"/>
            <a:alphaOff val="0"/>
          </a:schemeClr>
        </a:solidFill>
        <a:ln w="15875" cap="flat" cmpd="sng" algn="ctr">
          <a:solidFill>
            <a:schemeClr val="accent2">
              <a:hueOff val="-8754"/>
              <a:satOff val="216"/>
              <a:lumOff val="7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Feedback Consideration </a:t>
          </a:r>
        </a:p>
      </dsp:txBody>
      <dsp:txXfrm>
        <a:off x="6990588" y="293504"/>
        <a:ext cx="3064668" cy="580341"/>
      </dsp:txXfrm>
    </dsp:sp>
    <dsp:sp modelId="{50A7430C-9CAC-4E37-9196-6EEDDAE25F79}">
      <dsp:nvSpPr>
        <dsp:cNvPr id="0" name=""/>
        <dsp:cNvSpPr/>
      </dsp:nvSpPr>
      <dsp:spPr>
        <a:xfrm>
          <a:off x="6990588" y="873845"/>
          <a:ext cx="3064668" cy="2618730"/>
        </a:xfrm>
        <a:prstGeom prst="rect">
          <a:avLst/>
        </a:prstGeom>
        <a:solidFill>
          <a:schemeClr val="accent2">
            <a:tint val="40000"/>
            <a:alpha val="90000"/>
            <a:hueOff val="1273"/>
            <a:satOff val="19119"/>
            <a:lumOff val="212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73"/>
              <a:satOff val="19119"/>
              <a:lumOff val="21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End of semester deadline for dev application established by clients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Editing features based on feedback on Sprint 2’s prototype</a:t>
          </a:r>
        </a:p>
      </dsp:txBody>
      <dsp:txXfrm>
        <a:off x="6990588" y="873845"/>
        <a:ext cx="3064668" cy="26187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49DD0-70E8-4B68-8D00-71894A74488A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DFF1D-84FA-4D3D-AFE9-878169D675CD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Testing progress from both development team and database team</a:t>
          </a:r>
        </a:p>
      </dsp:txBody>
      <dsp:txXfrm>
        <a:off x="366939" y="1196774"/>
        <a:ext cx="2723696" cy="1691139"/>
      </dsp:txXfrm>
    </dsp:sp>
    <dsp:sp modelId="{B5BCB18C-B2CB-4F52-B24A-8359186DC143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0EBB6-4F28-49E3-945C-677B3B64CBBF}">
      <dsp:nvSpPr>
        <dsp:cNvPr id="0" name=""/>
        <dsp:cNvSpPr/>
      </dsp:nvSpPr>
      <dsp:spPr>
        <a:xfrm>
          <a:off x="3771900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Ensured heavy client involvement for feedback and improvements </a:t>
          </a:r>
        </a:p>
      </dsp:txBody>
      <dsp:txXfrm>
        <a:off x="3824514" y="1196774"/>
        <a:ext cx="2723696" cy="1691139"/>
      </dsp:txXfrm>
    </dsp:sp>
    <dsp:sp modelId="{47024C25-916C-4649-87BE-87882FD71BDF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A967F-8B63-4C3A-966D-5306232F83CA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Planning for a dev version of application for clients to interact with and use to request a budget for food pantry</a:t>
          </a:r>
        </a:p>
      </dsp:txBody>
      <dsp:txXfrm>
        <a:off x="7282089" y="119677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CE2E3-4688-471E-92DC-26EE2660E51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E8572-1A79-48A7-A137-4FD840A5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0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9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87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CD37-8E8F-25BE-3086-055505C1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FE15A-559E-B8AC-4C49-A83B6C231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BA9F5-E440-9E8B-F07F-14DF525E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1.5 – 2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E114E-C1E2-37D5-F5F2-3FA7BCC3E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DBB2-DF80-17C1-49F7-9562201E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1EEFD-5CE3-3CA4-B75C-3D7B3A089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DC1FF-807A-FFC8-4F03-4DCB96FEE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1.5 – 2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04DB-5AB4-7430-1A25-8D74ED4A1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0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– 1.5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22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0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81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BDFD-9C8C-9770-2D1D-2A379A5F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2DCC5-E7F8-F9DA-F612-B657D3297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7B269-2745-4413-2DE9-2D817BE0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FB4BE-4279-9463-6EA3-E328CFA7A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0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–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67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– 1.5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18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2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9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74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8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5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1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3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C56095-A8B6-49BD-A7FB-879CE0BB74A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4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DFDC335-8810-4D67-AE66-6949FFB4A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A5799E-E81E-4CF6-85FC-A4FD373B4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295C3-42CD-3F59-C874-F5D8BBF6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11-FA25-SP26-F-WEB: </a:t>
            </a:r>
            <a:br>
              <a:rPr lang="en-US" sz="2800" b="1" dirty="0">
                <a:solidFill>
                  <a:srgbClr val="FFFFFF"/>
                </a:solidFill>
              </a:rPr>
            </a:br>
            <a:r>
              <a:rPr lang="en-US" sz="2800" b="1" dirty="0">
                <a:solidFill>
                  <a:srgbClr val="FFFFFF"/>
                </a:solidFill>
              </a:rPr>
              <a:t>Voiland Food Pantry – Sprint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B835C-B2D6-3D3A-BA3C-D09A23184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>
            <a:normAutofit fontScale="775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Jodie Butterworth, Kaitlyn Cornish, Matthew Hill, Alex Langland</a:t>
            </a:r>
          </a:p>
          <a:p>
            <a:r>
              <a:rPr lang="en-US" sz="1500" dirty="0">
                <a:solidFill>
                  <a:srgbClr val="FFFFFF"/>
                </a:solidFill>
              </a:rPr>
              <a:t>November 12, 2025</a:t>
            </a:r>
          </a:p>
        </p:txBody>
      </p: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628E16B6-482E-A55B-9324-4D7870F46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373" y="640080"/>
            <a:ext cx="3602736" cy="360273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C6017A4-C87C-43AB-982C-598BF397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of a cat&#10;&#10;AI-generated content may be incorrect.">
            <a:extLst>
              <a:ext uri="{FF2B5EF4-FFF2-40B4-BE49-F238E27FC236}">
                <a16:creationId xmlns:a16="http://schemas.microsoft.com/office/drawing/2014/main" id="{A1224769-FAC4-5BF1-FD7B-A7D9D649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4" r="1082" b="2789"/>
          <a:stretch>
            <a:fillRect/>
          </a:stretch>
        </p:blipFill>
        <p:spPr>
          <a:xfrm>
            <a:off x="6424891" y="640080"/>
            <a:ext cx="3592729" cy="3602736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318AF29E-D058-49A4-B682-D4CC9D80C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7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FEA8-91D9-7B17-9E31-9D3CBBAC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91D058-9E58-1C36-BF72-E4FEC2DEF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554638"/>
              </p:ext>
            </p:extLst>
          </p:nvPr>
        </p:nvGraphicFramePr>
        <p:xfrm>
          <a:off x="1097280" y="1805907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24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36C6F-A1F2-2AAD-4729-E724B9A1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Sprint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51FD74-8068-2560-DD88-7707DAE2C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01696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207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E533-462A-9D5A-DA7D-4B6C1619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Implementation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4AE84D-52E0-87FB-7FA5-301DF8DB4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111585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527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309-D8A4-201F-B5B0-8E6012B1A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&amp; Client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61F3C-CA3D-7774-CC88-8667DE2F2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Prototype Overview</a:t>
            </a:r>
          </a:p>
          <a:p>
            <a:pPr marL="383540" lvl="1"/>
            <a:r>
              <a:rPr lang="en-US" dirty="0"/>
              <a:t>New Barcode Scan and Inventory UI</a:t>
            </a:r>
          </a:p>
          <a:p>
            <a:pPr marL="383540"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food pantry&#10;&#10;AI-generated content may be incorrect.">
            <a:extLst>
              <a:ext uri="{FF2B5EF4-FFF2-40B4-BE49-F238E27FC236}">
                <a16:creationId xmlns:a16="http://schemas.microsoft.com/office/drawing/2014/main" id="{DFEF3D1B-CAC7-C142-2F7A-AAA42CFDB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65" y="2748695"/>
            <a:ext cx="7456026" cy="353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6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94760-A327-C17D-E6F3-34FFB425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A0B90-90AC-BC57-3AAE-DED20859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Prototype &amp; Client Feedback</a:t>
            </a:r>
          </a:p>
        </p:txBody>
      </p:sp>
      <p:pic>
        <p:nvPicPr>
          <p:cNvPr id="5" name="78423381798__B0B3016F-72B5-4536-919D-059DCC3A25B7">
            <a:hlinkClick r:id="" action="ppaction://media"/>
            <a:extLst>
              <a:ext uri="{FF2B5EF4-FFF2-40B4-BE49-F238E27FC236}">
                <a16:creationId xmlns:a16="http://schemas.microsoft.com/office/drawing/2014/main" id="{D7282226-9906-EC09-D945-5D194958F8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1100" y="645106"/>
            <a:ext cx="3935810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78CC5-554C-3DFB-DA41-4A06F3F9A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Prototype Overview</a:t>
            </a:r>
          </a:p>
          <a:p>
            <a:pPr marL="383540" lvl="1"/>
            <a:r>
              <a:rPr lang="en-US" dirty="0"/>
              <a:t>New Login UI and functionality</a:t>
            </a:r>
          </a:p>
          <a:p>
            <a:pPr marL="383540" lvl="1"/>
            <a:endParaRPr lang="en-US" dirty="0"/>
          </a:p>
          <a:p>
            <a:pPr marL="383540" lvl="1"/>
            <a:endParaRPr lang="en-US" dirty="0"/>
          </a:p>
          <a:p>
            <a:pPr marL="383540" lvl="1"/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6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DDE5C-9042-71A2-0FA7-06E6ADF8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A5A9-FF9F-01D9-55BF-483FC1A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Prototype &amp; Client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BD540-76D0-1DC7-A103-10D203B65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Client Feedback Adjustments</a:t>
            </a:r>
          </a:p>
          <a:p>
            <a:pPr marL="383540" lvl="1"/>
            <a:r>
              <a:rPr lang="en-US" dirty="0"/>
              <a:t>Clients requested that the UI have a functioning database for the demo model</a:t>
            </a:r>
          </a:p>
          <a:p>
            <a:pPr marL="383540" lvl="1"/>
            <a:r>
              <a:rPr lang="en-US" dirty="0"/>
              <a:t>Clients requested that the scanners for cards and barcodes work</a:t>
            </a:r>
          </a:p>
          <a:p>
            <a:pPr marL="383540" lvl="1"/>
            <a:r>
              <a:rPr lang="en-US" dirty="0"/>
              <a:t>Clients requested that inventory reports be made and automatically emailed at the end of the month</a:t>
            </a:r>
          </a:p>
          <a:p>
            <a:pPr marL="383540" lvl="1"/>
            <a:endParaRPr lang="en-US" dirty="0"/>
          </a:p>
          <a:p>
            <a:endParaRPr lang="en-US" dirty="0"/>
          </a:p>
        </p:txBody>
      </p:sp>
      <p:pic>
        <p:nvPicPr>
          <p:cNvPr id="5" name="Graphic 4" descr="Chat with solid fill">
            <a:extLst>
              <a:ext uri="{FF2B5EF4-FFF2-40B4-BE49-F238E27FC236}">
                <a16:creationId xmlns:a16="http://schemas.microsoft.com/office/drawing/2014/main" id="{788C3ABC-4FBB-5C06-F666-627F0E283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7195" y="1737360"/>
            <a:ext cx="2659598" cy="2659598"/>
          </a:xfrm>
          <a:prstGeom prst="rect">
            <a:avLst/>
          </a:prstGeom>
        </p:spPr>
      </p:pic>
      <p:pic>
        <p:nvPicPr>
          <p:cNvPr id="8" name="Graphic 7" descr="Thumbs up sign outline">
            <a:extLst>
              <a:ext uri="{FF2B5EF4-FFF2-40B4-BE49-F238E27FC236}">
                <a16:creationId xmlns:a16="http://schemas.microsoft.com/office/drawing/2014/main" id="{4A24BAF8-42F0-9988-F820-B0049929D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6994" y="2609959"/>
            <a:ext cx="914400" cy="914400"/>
          </a:xfrm>
          <a:prstGeom prst="rect">
            <a:avLst/>
          </a:prstGeom>
        </p:spPr>
      </p:pic>
      <p:pic>
        <p:nvPicPr>
          <p:cNvPr id="10" name="Graphic 9" descr="Thumbs Down outline">
            <a:extLst>
              <a:ext uri="{FF2B5EF4-FFF2-40B4-BE49-F238E27FC236}">
                <a16:creationId xmlns:a16="http://schemas.microsoft.com/office/drawing/2014/main" id="{7E781FB2-B341-4CB0-8EDF-7E967C60D1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1572"/>
          <a:stretch>
            <a:fillRect/>
          </a:stretch>
        </p:blipFill>
        <p:spPr>
          <a:xfrm flipH="1">
            <a:off x="8652594" y="2338728"/>
            <a:ext cx="6257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2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2E40-5E2A-7F8F-B743-51A61B42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Overview &amp; Team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4C86-CA54-5C99-AF87-7831E4F0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085579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Kanban Board:</a:t>
            </a:r>
            <a:endParaRPr lang="en-US"/>
          </a:p>
          <a:p>
            <a:pPr marL="383540" lvl="1"/>
            <a:endParaRPr lang="en-US" dirty="0"/>
          </a:p>
          <a:p>
            <a:pPr marL="0" indent="0">
              <a:buNone/>
            </a:pPr>
            <a:r>
              <a:rPr lang="en-US" dirty="0"/>
              <a:t>Individual Contributions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ontserrat"/>
                <a:ea typeface="+mn-lt"/>
                <a:cs typeface="+mn-lt"/>
              </a:rPr>
              <a:t>Jodie Butterworth: Front-End Pages, Documentation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ontserrat"/>
                <a:ea typeface="+mn-lt"/>
                <a:cs typeface="+mn-lt"/>
              </a:rPr>
              <a:t>Kaitlyn Cornish: Java Full-Stack, Login Page Functionality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ontserrat"/>
                <a:ea typeface="+mn-lt"/>
                <a:cs typeface="+mn-lt"/>
              </a:rPr>
              <a:t>Mathew Hill: Project Management, Documentation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Montserrat"/>
                <a:ea typeface="+mn-lt"/>
                <a:cs typeface="+mn-lt"/>
              </a:rPr>
              <a:t>Alex Langland: Scanner Hardware Integration, Inventory Management Implementation</a:t>
            </a:r>
          </a:p>
          <a:p>
            <a:pPr marL="0" indent="0">
              <a:buNone/>
            </a:pPr>
            <a:endParaRPr lang="en-US" sz="1200" cap="all" dirty="0">
              <a:solidFill>
                <a:schemeClr val="tx1"/>
              </a:solidFill>
              <a:latin typeface="Proxima Nova"/>
              <a:ea typeface="+mn-lt"/>
              <a:cs typeface="+mn-lt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862FE1-CE30-1765-BC9E-3D4B2E2DD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68" b="6347"/>
          <a:stretch>
            <a:fillRect/>
          </a:stretch>
        </p:blipFill>
        <p:spPr>
          <a:xfrm>
            <a:off x="4269288" y="1983875"/>
            <a:ext cx="7682630" cy="374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4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A348-4FC9-0D64-C75F-8B1E4D23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Website Development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EF2611-42A8-B51A-53F7-0E07E58511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19522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520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63B8-37E4-6E5A-6378-26337A28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Documentation of System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6681F3-ACC8-8D81-8C61-236E4A41E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45604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9573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DEB4E-9365-70E4-5BAF-189BA408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A9915-71BA-2036-84C4-762F3E5E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4400" dirty="0"/>
              <a:t>Documentation of System Components</a:t>
            </a:r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7FFBF7A8-16D7-6A97-A7DB-C3159C3AF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44"/>
          <a:stretch>
            <a:fillRect/>
          </a:stretch>
        </p:blipFill>
        <p:spPr>
          <a:xfrm>
            <a:off x="424542" y="645106"/>
            <a:ext cx="5671457" cy="524774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4F56-D482-7745-516D-D998FE1A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dirty="0"/>
              <a:t>Database Design </a:t>
            </a:r>
          </a:p>
          <a:p>
            <a:pPr lvl="1"/>
            <a:r>
              <a:rPr lang="en-US" dirty="0"/>
              <a:t>Database design is handled by the database team separate from our course</a:t>
            </a:r>
          </a:p>
          <a:p>
            <a:pPr lvl="1"/>
            <a:r>
              <a:rPr lang="en-US" dirty="0"/>
              <a:t>Relational schema using MySQL </a:t>
            </a:r>
          </a:p>
          <a:p>
            <a:pPr lvl="1"/>
            <a:r>
              <a:rPr lang="en-US" dirty="0"/>
              <a:t>Emphasizes scalability for increasing inventory, clientele, and volunteers</a:t>
            </a:r>
          </a:p>
          <a:p>
            <a:pPr lvl="1"/>
            <a:r>
              <a:rPr lang="en-US" dirty="0"/>
              <a:t>Referential integrity for consistent table relationships</a:t>
            </a:r>
          </a:p>
          <a:p>
            <a:pPr lvl="1"/>
            <a:r>
              <a:rPr lang="en-US" dirty="0"/>
              <a:t>Flask testing front-end to provide testing and verification before delivery</a:t>
            </a:r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2930B-4E12-EC41-0B9E-ED67C3077F96}"/>
              </a:ext>
            </a:extLst>
          </p:cNvPr>
          <p:cNvSpPr txBox="1"/>
          <p:nvPr/>
        </p:nvSpPr>
        <p:spPr>
          <a:xfrm>
            <a:off x="1250745" y="5843562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Entity-Relationship (ER) Diagram</a:t>
            </a:r>
          </a:p>
        </p:txBody>
      </p:sp>
    </p:spTree>
    <p:extLst>
      <p:ext uri="{BB962C8B-B14F-4D97-AF65-F5344CB8AC3E}">
        <p14:creationId xmlns:p14="http://schemas.microsoft.com/office/powerpoint/2010/main" val="3672972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024AE-B51D-4517-738C-F4767B546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Sprint Achievements &amp; Challenges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63AABE-BC65-7E6E-7186-F41311404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65498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048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3CDF-7B23-6E82-1859-DCF242D4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Next Steps &amp; Sprint Retrospective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0D113-FEC8-0EE3-FAD9-9E95163C5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90798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5787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DB19-F125-1130-CFA1-204C99A6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9D2F68-CE0C-F7E1-1D64-C7F719E35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53829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593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068DB-E7E7-4102-9402-EAA049E13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8906C-CCD9-4F71-B3DD-BC1331E1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D6F13-628B-4FC4-AD48-A2B64677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7730C1E-9F8B-4D0C-A8A2-BB5275723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0031B-14DA-6A51-29FE-56025728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558F611-ADFF-7AB2-2040-4AD7C8295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457" y="640080"/>
            <a:ext cx="3602736" cy="360273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E349CF-DE2F-4D85-839D-70911995E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5F48F9-D570-45CC-825D-5BBB79C52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D93E48-101C-49B1-90F1-3F431679B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96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WSU Colors">
      <a:dk1>
        <a:srgbClr val="000000"/>
      </a:dk1>
      <a:lt1>
        <a:sysClr val="window" lastClr="FFFFFF"/>
      </a:lt1>
      <a:dk2>
        <a:srgbClr val="4D4D4D"/>
      </a:dk2>
      <a:lt2>
        <a:srgbClr val="CCCCCC"/>
      </a:lt2>
      <a:accent1>
        <a:srgbClr val="CA1237"/>
      </a:accent1>
      <a:accent2>
        <a:srgbClr val="A60F2D"/>
      </a:accent2>
      <a:accent3>
        <a:srgbClr val="CA1237"/>
      </a:accent3>
      <a:accent4>
        <a:srgbClr val="A60F2D"/>
      </a:accent4>
      <a:accent5>
        <a:srgbClr val="CA1237"/>
      </a:accent5>
      <a:accent6>
        <a:srgbClr val="A60F2D"/>
      </a:accent6>
      <a:hlink>
        <a:srgbClr val="D11237"/>
      </a:hlink>
      <a:folHlink>
        <a:srgbClr val="7F7F7F"/>
      </a:folHlink>
    </a:clrScheme>
    <a:fontScheme name="WSU Typography">
      <a:majorFont>
        <a:latin typeface="Proxima Nova"/>
        <a:ea typeface=""/>
        <a:cs typeface=""/>
      </a:majorFont>
      <a:minorFont>
        <a:latin typeface="Montserrat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DD631CF16A9D4597B7910261C15C8D" ma:contentTypeVersion="9" ma:contentTypeDescription="Create a new document." ma:contentTypeScope="" ma:versionID="45df229e13fec6bd5280332c672aad53">
  <xsd:schema xmlns:xsd="http://www.w3.org/2001/XMLSchema" xmlns:xs="http://www.w3.org/2001/XMLSchema" xmlns:p="http://schemas.microsoft.com/office/2006/metadata/properties" xmlns:ns3="07b86a79-a0e0-4fae-97d8-d960552457a2" xmlns:ns4="40f16175-07f6-4179-a7d3-44240c48c007" targetNamespace="http://schemas.microsoft.com/office/2006/metadata/properties" ma:root="true" ma:fieldsID="4f1bc5df0001c9ea3d68577fe9552d99" ns3:_="" ns4:_="">
    <xsd:import namespace="07b86a79-a0e0-4fae-97d8-d960552457a2"/>
    <xsd:import namespace="40f16175-07f6-4179-a7d3-44240c48c0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86a79-a0e0-4fae-97d8-d960552457a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16175-07f6-4179-a7d3-44240c48c0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b86a79-a0e0-4fae-97d8-d960552457a2" xsi:nil="true"/>
  </documentManagement>
</p:properties>
</file>

<file path=customXml/itemProps1.xml><?xml version="1.0" encoding="utf-8"?>
<ds:datastoreItem xmlns:ds="http://schemas.openxmlformats.org/officeDocument/2006/customXml" ds:itemID="{BF42AA26-A7A5-4A3A-8C5C-D5717D5886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737912-6737-4E81-B80B-9905E285DA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86a79-a0e0-4fae-97d8-d960552457a2"/>
    <ds:schemaRef ds:uri="40f16175-07f6-4179-a7d3-44240c48c0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10819B-25DD-4CBB-B9E4-8A804A115EBD}">
  <ds:schemaRefs>
    <ds:schemaRef ds:uri="07b86a79-a0e0-4fae-97d8-d960552457a2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40f16175-07f6-4179-a7d3-44240c48c007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11009</TotalTime>
  <Words>981</Words>
  <Application>Microsoft Office PowerPoint</Application>
  <PresentationFormat>Widescreen</PresentationFormat>
  <Paragraphs>159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Calibri</vt:lpstr>
      <vt:lpstr>Montserrat</vt:lpstr>
      <vt:lpstr>Proxima Nova</vt:lpstr>
      <vt:lpstr>Retrospect</vt:lpstr>
      <vt:lpstr>11-FA25-SP26-F-WEB:  Voiland Food Pantry – Sprint 2</vt:lpstr>
      <vt:lpstr>Introduction</vt:lpstr>
      <vt:lpstr>Sprint Objectives</vt:lpstr>
      <vt:lpstr>Feature Implementation </vt:lpstr>
      <vt:lpstr>Prototype &amp; Client Feedback</vt:lpstr>
      <vt:lpstr>Prototype &amp; Client Feedback</vt:lpstr>
      <vt:lpstr>Prototype &amp; Client Feedback</vt:lpstr>
      <vt:lpstr>Kanban Overview &amp; Team Contributions</vt:lpstr>
      <vt:lpstr>Website Development </vt:lpstr>
      <vt:lpstr>Documentation of System Components</vt:lpstr>
      <vt:lpstr>Documentation of System Components</vt:lpstr>
      <vt:lpstr>Sprint Achievements &amp; Challenges</vt:lpstr>
      <vt:lpstr>Next Steps &amp; Sprint Retrospective 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Hill, Matthew</dc:creator>
  <cp:lastModifiedBy>Hill, Matthew</cp:lastModifiedBy>
  <cp:revision>3</cp:revision>
  <dcterms:created xsi:type="dcterms:W3CDTF">2025-10-05T21:21:56Z</dcterms:created>
  <dcterms:modified xsi:type="dcterms:W3CDTF">2025-11-13T01:18:35Z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0x0101008EDD631CF16A9D4597B7910261C15C8D</vt:lpwstr>
  </property>
</Properties>
</file>