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7"/>
  </p:notesMasterIdLst>
  <p:sldIdLst>
    <p:sldId id="256" r:id="rId5"/>
    <p:sldId id="281" r:id="rId6"/>
    <p:sldId id="279" r:id="rId7"/>
    <p:sldId id="280" r:id="rId8"/>
    <p:sldId id="283" r:id="rId9"/>
    <p:sldId id="293" r:id="rId10"/>
    <p:sldId id="294" r:id="rId11"/>
    <p:sldId id="295" r:id="rId12"/>
    <p:sldId id="296" r:id="rId13"/>
    <p:sldId id="287" r:id="rId14"/>
    <p:sldId id="288" r:id="rId15"/>
    <p:sldId id="29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ACFAE-BE42-4A95-8B03-F50153904FA3}" v="21" dt="2026-02-19T23:25:04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B3D6DC-A94A-4D73-87AF-62F8A7B4F25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4A7C6F-C5FB-4D96-B005-F0EF58BCA21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Project Introduction</a:t>
          </a:r>
        </a:p>
      </dgm:t>
    </dgm:pt>
    <dgm:pt modelId="{987C536D-65A0-401D-AAD4-CDE160D6133D}" type="parTrans" cxnId="{0F0CCBF9-23C9-4120-85CF-DCE955AD5A35}">
      <dgm:prSet/>
      <dgm:spPr/>
      <dgm:t>
        <a:bodyPr/>
        <a:lstStyle/>
        <a:p>
          <a:endParaRPr lang="en-US"/>
        </a:p>
      </dgm:t>
    </dgm:pt>
    <dgm:pt modelId="{0DF4DAFD-6491-4416-B6EB-D73E4F3DC20A}" type="sibTrans" cxnId="{0F0CCBF9-23C9-4120-85CF-DCE955AD5A35}">
      <dgm:prSet/>
      <dgm:spPr/>
      <dgm:t>
        <a:bodyPr/>
        <a:lstStyle/>
        <a:p>
          <a:endParaRPr lang="en-US"/>
        </a:p>
      </dgm:t>
    </dgm:pt>
    <dgm:pt modelId="{7CE2BC22-7E34-4167-895E-811190D28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Voiland Food Pantry management system</a:t>
          </a:r>
        </a:p>
      </dgm:t>
    </dgm:pt>
    <dgm:pt modelId="{520E8B91-CAD0-4CB1-9C83-E5D002B2A6A3}" type="parTrans" cxnId="{B5DA90CD-338E-45CA-9E75-88951205543D}">
      <dgm:prSet/>
      <dgm:spPr/>
      <dgm:t>
        <a:bodyPr/>
        <a:lstStyle/>
        <a:p>
          <a:endParaRPr lang="en-US"/>
        </a:p>
      </dgm:t>
    </dgm:pt>
    <dgm:pt modelId="{A1028178-43E0-4EFA-AAED-CF0518D7462D}" type="sibTrans" cxnId="{B5DA90CD-338E-45CA-9E75-88951205543D}">
      <dgm:prSet/>
      <dgm:spPr/>
      <dgm:t>
        <a:bodyPr/>
        <a:lstStyle/>
        <a:p>
          <a:endParaRPr lang="en-US"/>
        </a:p>
      </dgm:t>
    </dgm:pt>
    <dgm:pt modelId="{AC39ACB1-0CAA-4034-932E-769710C45D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 application for food pantry clientele and volunteers</a:t>
          </a:r>
        </a:p>
      </dgm:t>
    </dgm:pt>
    <dgm:pt modelId="{4E6CB33E-4073-4254-8D00-1D1FD724C6A7}" type="parTrans" cxnId="{E7240484-86A2-4FB3-A1D7-D37891932065}">
      <dgm:prSet/>
      <dgm:spPr/>
      <dgm:t>
        <a:bodyPr/>
        <a:lstStyle/>
        <a:p>
          <a:endParaRPr lang="en-US"/>
        </a:p>
      </dgm:t>
    </dgm:pt>
    <dgm:pt modelId="{E4C1DE66-2E9B-48F3-8169-F8361EE9CFA2}" type="sibTrans" cxnId="{E7240484-86A2-4FB3-A1D7-D37891932065}">
      <dgm:prSet/>
      <dgm:spPr/>
      <dgm:t>
        <a:bodyPr/>
        <a:lstStyle/>
        <a:p>
          <a:endParaRPr lang="en-US"/>
        </a:p>
      </dgm:t>
    </dgm:pt>
    <dgm:pt modelId="{B1E74450-C467-41A7-BCA7-F232EA5BC7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Sign-in, inventory management, volunteer hours tracking</a:t>
          </a:r>
        </a:p>
      </dgm:t>
    </dgm:pt>
    <dgm:pt modelId="{0A2E319F-D874-4EA8-9651-004B6C4F7C38}" type="parTrans" cxnId="{A9993160-1CC8-4753-873D-0F487C1EAA59}">
      <dgm:prSet/>
      <dgm:spPr/>
      <dgm:t>
        <a:bodyPr/>
        <a:lstStyle/>
        <a:p>
          <a:endParaRPr lang="en-US"/>
        </a:p>
      </dgm:t>
    </dgm:pt>
    <dgm:pt modelId="{5E0D56EF-DE2B-420B-80FB-5B5F7FBBAEC5}" type="sibTrans" cxnId="{A9993160-1CC8-4753-873D-0F487C1EAA59}">
      <dgm:prSet/>
      <dgm:spPr/>
      <dgm:t>
        <a:bodyPr/>
        <a:lstStyle/>
        <a:p>
          <a:endParaRPr lang="en-US"/>
        </a:p>
      </dgm:t>
    </dgm:pt>
    <dgm:pt modelId="{6E6679AC-AE63-442D-A01A-8C5249DB36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Team Roles</a:t>
          </a:r>
        </a:p>
      </dgm:t>
    </dgm:pt>
    <dgm:pt modelId="{B8DB7027-3F5B-4CE2-A79C-3F1314BCFABA}" type="parTrans" cxnId="{A404328A-4EEC-4267-9EEF-309064CA06BE}">
      <dgm:prSet/>
      <dgm:spPr/>
      <dgm:t>
        <a:bodyPr/>
        <a:lstStyle/>
        <a:p>
          <a:endParaRPr lang="en-US"/>
        </a:p>
      </dgm:t>
    </dgm:pt>
    <dgm:pt modelId="{67ADB2A9-AC00-49B8-B26B-AF4608E3B8C1}" type="sibTrans" cxnId="{A404328A-4EEC-4267-9EEF-309064CA06BE}">
      <dgm:prSet/>
      <dgm:spPr/>
      <dgm:t>
        <a:bodyPr/>
        <a:lstStyle/>
        <a:p>
          <a:endParaRPr lang="en-US"/>
        </a:p>
      </dgm:t>
    </dgm:pt>
    <dgm:pt modelId="{0267BCE2-E1D6-40E6-A110-989A2B9AC4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Kaitlyn Cornish – Back-end and database developer</a:t>
          </a:r>
        </a:p>
      </dgm:t>
    </dgm:pt>
    <dgm:pt modelId="{AF3F0818-9720-4FFB-90A8-1B86966F4EB6}" type="parTrans" cxnId="{40C4251A-E8B7-42D9-A646-581BAE808665}">
      <dgm:prSet/>
      <dgm:spPr/>
      <dgm:t>
        <a:bodyPr/>
        <a:lstStyle/>
        <a:p>
          <a:endParaRPr lang="en-US"/>
        </a:p>
      </dgm:t>
    </dgm:pt>
    <dgm:pt modelId="{5F3BA546-E51E-45D1-9D0C-10BB1EEC2DC1}" type="sibTrans" cxnId="{40C4251A-E8B7-42D9-A646-581BAE808665}">
      <dgm:prSet/>
      <dgm:spPr/>
      <dgm:t>
        <a:bodyPr/>
        <a:lstStyle/>
        <a:p>
          <a:endParaRPr lang="en-US"/>
        </a:p>
      </dgm:t>
    </dgm:pt>
    <dgm:pt modelId="{3D695BC0-D016-4C8D-808D-9D731C573F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Sprint 4 Goals</a:t>
          </a:r>
        </a:p>
      </dgm:t>
    </dgm:pt>
    <dgm:pt modelId="{97C75200-DB4A-4929-97D6-65A4A1D26236}" type="parTrans" cxnId="{CCCB921A-E7BD-4AA5-8697-650D1666CB95}">
      <dgm:prSet/>
      <dgm:spPr/>
      <dgm:t>
        <a:bodyPr/>
        <a:lstStyle/>
        <a:p>
          <a:endParaRPr lang="en-US"/>
        </a:p>
      </dgm:t>
    </dgm:pt>
    <dgm:pt modelId="{B982A738-1997-4A07-9EE9-9E0D68078F97}" type="sibTrans" cxnId="{CCCB921A-E7BD-4AA5-8697-650D1666CB95}">
      <dgm:prSet/>
      <dgm:spPr/>
      <dgm:t>
        <a:bodyPr/>
        <a:lstStyle/>
        <a:p>
          <a:endParaRPr lang="en-US"/>
        </a:p>
      </dgm:t>
    </dgm:pt>
    <dgm:pt modelId="{59A2B571-65E4-4E07-AA11-EF147EA548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80% feature completion</a:t>
          </a:r>
        </a:p>
        <a:p>
          <a:pPr>
            <a:lnSpc>
              <a:spcPct val="100000"/>
            </a:lnSpc>
          </a:pPr>
          <a:r>
            <a:rPr lang="en-US" dirty="0"/>
            <a:t>UI improvements</a:t>
          </a:r>
        </a:p>
        <a:p>
          <a:pPr>
            <a:lnSpc>
              <a:spcPct val="100000"/>
            </a:lnSpc>
          </a:pPr>
          <a:r>
            <a:rPr lang="en-US" dirty="0"/>
            <a:t>Student scan and checkout</a:t>
          </a:r>
        </a:p>
        <a:p>
          <a:pPr>
            <a:lnSpc>
              <a:spcPct val="100000"/>
            </a:lnSpc>
          </a:pPr>
          <a:r>
            <a:rPr lang="en-US" dirty="0"/>
            <a:t>Low stock alerts</a:t>
          </a:r>
        </a:p>
        <a:p>
          <a:pPr>
            <a:lnSpc>
              <a:spcPct val="100000"/>
            </a:lnSpc>
          </a:pPr>
          <a:r>
            <a:rPr lang="en-US" dirty="0"/>
            <a:t>Report generation</a:t>
          </a:r>
        </a:p>
        <a:p>
          <a:pPr>
            <a:lnSpc>
              <a:spcPct val="100000"/>
            </a:lnSpc>
          </a:pPr>
          <a:r>
            <a:rPr lang="en-US" dirty="0"/>
            <a:t>Magstripe reader integration</a:t>
          </a:r>
        </a:p>
        <a:p>
          <a:pPr>
            <a:lnSpc>
              <a:spcPct val="100000"/>
            </a:lnSpc>
          </a:pPr>
          <a:r>
            <a:rPr lang="en-US" dirty="0"/>
            <a:t>System deployment</a:t>
          </a:r>
        </a:p>
      </dgm:t>
    </dgm:pt>
    <dgm:pt modelId="{E1F93317-25BA-4290-A20B-D7AC5CEE783B}" type="parTrans" cxnId="{EE65ADBE-394C-4C59-9277-C5DB9C02E18F}">
      <dgm:prSet/>
      <dgm:spPr/>
      <dgm:t>
        <a:bodyPr/>
        <a:lstStyle/>
        <a:p>
          <a:endParaRPr lang="en-US"/>
        </a:p>
      </dgm:t>
    </dgm:pt>
    <dgm:pt modelId="{D55A02C2-910A-4073-B9D9-485620D4B1CE}" type="sibTrans" cxnId="{EE65ADBE-394C-4C59-9277-C5DB9C02E18F}">
      <dgm:prSet/>
      <dgm:spPr/>
      <dgm:t>
        <a:bodyPr/>
        <a:lstStyle/>
        <a:p>
          <a:endParaRPr lang="en-US"/>
        </a:p>
      </dgm:t>
    </dgm:pt>
    <dgm:pt modelId="{45A3DC40-23B5-4001-81AA-B5D41B7B0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Alex Langland – Back-end and database developer, hardware integration</a:t>
          </a:r>
        </a:p>
        <a:p>
          <a:pPr>
            <a:lnSpc>
              <a:spcPct val="100000"/>
            </a:lnSpc>
          </a:pPr>
          <a:r>
            <a:rPr lang="en-US" dirty="0"/>
            <a:t>Matthew Hill – Front-end developer, team lead</a:t>
          </a:r>
        </a:p>
        <a:p>
          <a:pPr>
            <a:lnSpc>
              <a:spcPct val="100000"/>
            </a:lnSpc>
          </a:pPr>
          <a:r>
            <a:rPr lang="en-US" dirty="0"/>
            <a:t>No longer working with database team</a:t>
          </a:r>
        </a:p>
      </dgm:t>
    </dgm:pt>
    <dgm:pt modelId="{F33E852E-70E2-448A-BC31-3402D1082A63}" type="parTrans" cxnId="{4C7DED13-C81F-4C2B-9E88-BD1D53A5BDDB}">
      <dgm:prSet/>
      <dgm:spPr/>
      <dgm:t>
        <a:bodyPr/>
        <a:lstStyle/>
        <a:p>
          <a:endParaRPr lang="en-US"/>
        </a:p>
      </dgm:t>
    </dgm:pt>
    <dgm:pt modelId="{D69F9DF8-082E-499A-A054-AEB487E07A81}" type="sibTrans" cxnId="{4C7DED13-C81F-4C2B-9E88-BD1D53A5BDDB}">
      <dgm:prSet/>
      <dgm:spPr/>
      <dgm:t>
        <a:bodyPr/>
        <a:lstStyle/>
        <a:p>
          <a:endParaRPr lang="en-US"/>
        </a:p>
      </dgm:t>
    </dgm:pt>
    <dgm:pt modelId="{7B566C64-B717-48D8-A429-B28A7E3E7208}" type="pres">
      <dgm:prSet presAssocID="{C6B3D6DC-A94A-4D73-87AF-62F8A7B4F253}" presName="root" presStyleCnt="0">
        <dgm:presLayoutVars>
          <dgm:dir/>
          <dgm:resizeHandles val="exact"/>
        </dgm:presLayoutVars>
      </dgm:prSet>
      <dgm:spPr/>
    </dgm:pt>
    <dgm:pt modelId="{69DBC0E2-48F6-4FDC-8D22-60C0EFED3FD0}" type="pres">
      <dgm:prSet presAssocID="{E04A7C6F-C5FB-4D96-B005-F0EF58BCA217}" presName="compNode" presStyleCnt="0"/>
      <dgm:spPr/>
    </dgm:pt>
    <dgm:pt modelId="{FE910BE2-BC7E-4727-8167-323AFDCDFD35}" type="pres">
      <dgm:prSet presAssocID="{E04A7C6F-C5FB-4D96-B005-F0EF58BCA2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212FB963-AA07-4722-AB66-5E17942A9912}" type="pres">
      <dgm:prSet presAssocID="{E04A7C6F-C5FB-4D96-B005-F0EF58BCA217}" presName="iconSpace" presStyleCnt="0"/>
      <dgm:spPr/>
    </dgm:pt>
    <dgm:pt modelId="{9507D208-0A7E-41BF-B4C1-7DB1DF3B4264}" type="pres">
      <dgm:prSet presAssocID="{E04A7C6F-C5FB-4D96-B005-F0EF58BCA217}" presName="parTx" presStyleLbl="revTx" presStyleIdx="0" presStyleCnt="6">
        <dgm:presLayoutVars>
          <dgm:chMax val="0"/>
          <dgm:chPref val="0"/>
        </dgm:presLayoutVars>
      </dgm:prSet>
      <dgm:spPr/>
    </dgm:pt>
    <dgm:pt modelId="{1381BB6F-1BFC-403C-AA2E-E0174F6F73D0}" type="pres">
      <dgm:prSet presAssocID="{E04A7C6F-C5FB-4D96-B005-F0EF58BCA217}" presName="txSpace" presStyleCnt="0"/>
      <dgm:spPr/>
    </dgm:pt>
    <dgm:pt modelId="{2F999D6E-6699-413F-9C31-3887F9CADEC5}" type="pres">
      <dgm:prSet presAssocID="{E04A7C6F-C5FB-4D96-B005-F0EF58BCA217}" presName="desTx" presStyleLbl="revTx" presStyleIdx="1" presStyleCnt="6">
        <dgm:presLayoutVars/>
      </dgm:prSet>
      <dgm:spPr/>
    </dgm:pt>
    <dgm:pt modelId="{8F1F8BED-CF89-4085-9C44-B7DFD29E22DA}" type="pres">
      <dgm:prSet presAssocID="{0DF4DAFD-6491-4416-B6EB-D73E4F3DC20A}" presName="sibTrans" presStyleCnt="0"/>
      <dgm:spPr/>
    </dgm:pt>
    <dgm:pt modelId="{E51F58E3-CED4-478B-946A-ECC2574E8C55}" type="pres">
      <dgm:prSet presAssocID="{6E6679AC-AE63-442D-A01A-8C5249DB36A9}" presName="compNode" presStyleCnt="0"/>
      <dgm:spPr/>
    </dgm:pt>
    <dgm:pt modelId="{F7BB6E3E-1027-437E-A4A7-BD3DAA6A119E}" type="pres">
      <dgm:prSet presAssocID="{6E6679AC-AE63-442D-A01A-8C5249DB36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 with solid fill"/>
        </a:ext>
      </dgm:extLst>
    </dgm:pt>
    <dgm:pt modelId="{E01557FD-3345-47A9-85FA-C3EFB882D55D}" type="pres">
      <dgm:prSet presAssocID="{6E6679AC-AE63-442D-A01A-8C5249DB36A9}" presName="iconSpace" presStyleCnt="0"/>
      <dgm:spPr/>
    </dgm:pt>
    <dgm:pt modelId="{3D97296D-3D73-4412-96AF-6BD484B33A4A}" type="pres">
      <dgm:prSet presAssocID="{6E6679AC-AE63-442D-A01A-8C5249DB36A9}" presName="parTx" presStyleLbl="revTx" presStyleIdx="2" presStyleCnt="6">
        <dgm:presLayoutVars>
          <dgm:chMax val="0"/>
          <dgm:chPref val="0"/>
        </dgm:presLayoutVars>
      </dgm:prSet>
      <dgm:spPr/>
    </dgm:pt>
    <dgm:pt modelId="{5EA3669A-ED55-41E2-96BF-12FC43D58390}" type="pres">
      <dgm:prSet presAssocID="{6E6679AC-AE63-442D-A01A-8C5249DB36A9}" presName="txSpace" presStyleCnt="0"/>
      <dgm:spPr/>
    </dgm:pt>
    <dgm:pt modelId="{43FE7421-EC31-4FCE-B4AD-1DE41076B626}" type="pres">
      <dgm:prSet presAssocID="{6E6679AC-AE63-442D-A01A-8C5249DB36A9}" presName="desTx" presStyleLbl="revTx" presStyleIdx="3" presStyleCnt="6">
        <dgm:presLayoutVars/>
      </dgm:prSet>
      <dgm:spPr/>
    </dgm:pt>
    <dgm:pt modelId="{8558ED93-9A46-44BC-AAAC-7807798589AC}" type="pres">
      <dgm:prSet presAssocID="{67ADB2A9-AC00-49B8-B26B-AF4608E3B8C1}" presName="sibTrans" presStyleCnt="0"/>
      <dgm:spPr/>
    </dgm:pt>
    <dgm:pt modelId="{4307B26F-903D-4E24-AA97-40B7E907C80F}" type="pres">
      <dgm:prSet presAssocID="{3D695BC0-D016-4C8D-808D-9D731C573F2E}" presName="compNode" presStyleCnt="0"/>
      <dgm:spPr/>
    </dgm:pt>
    <dgm:pt modelId="{B11A3E6B-A91C-4215-9717-E1EEFA18EE85}" type="pres">
      <dgm:prSet presAssocID="{3D695BC0-D016-4C8D-808D-9D731C573F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EFF41609-48C0-4C20-9FC3-842B095A244A}" type="pres">
      <dgm:prSet presAssocID="{3D695BC0-D016-4C8D-808D-9D731C573F2E}" presName="iconSpace" presStyleCnt="0"/>
      <dgm:spPr/>
    </dgm:pt>
    <dgm:pt modelId="{0F6542DE-213D-403E-8CC7-D89D0BC30CC4}" type="pres">
      <dgm:prSet presAssocID="{3D695BC0-D016-4C8D-808D-9D731C573F2E}" presName="parTx" presStyleLbl="revTx" presStyleIdx="4" presStyleCnt="6">
        <dgm:presLayoutVars>
          <dgm:chMax val="0"/>
          <dgm:chPref val="0"/>
        </dgm:presLayoutVars>
      </dgm:prSet>
      <dgm:spPr/>
    </dgm:pt>
    <dgm:pt modelId="{D51074B6-B3AA-451F-BDB1-56995B470D18}" type="pres">
      <dgm:prSet presAssocID="{3D695BC0-D016-4C8D-808D-9D731C573F2E}" presName="txSpace" presStyleCnt="0"/>
      <dgm:spPr/>
    </dgm:pt>
    <dgm:pt modelId="{7CD13E95-57D1-418B-8C77-09CC933F0907}" type="pres">
      <dgm:prSet presAssocID="{3D695BC0-D016-4C8D-808D-9D731C573F2E}" presName="desTx" presStyleLbl="revTx" presStyleIdx="5" presStyleCnt="6">
        <dgm:presLayoutVars/>
      </dgm:prSet>
      <dgm:spPr/>
    </dgm:pt>
  </dgm:ptLst>
  <dgm:cxnLst>
    <dgm:cxn modelId="{CED0BD13-9C93-423D-A669-ECE6D4E6E957}" type="presOf" srcId="{C6B3D6DC-A94A-4D73-87AF-62F8A7B4F253}" destId="{7B566C64-B717-48D8-A429-B28A7E3E7208}" srcOrd="0" destOrd="0" presId="urn:microsoft.com/office/officeart/2018/2/layout/IconLabelDescriptionList"/>
    <dgm:cxn modelId="{4C7DED13-C81F-4C2B-9E88-BD1D53A5BDDB}" srcId="{6E6679AC-AE63-442D-A01A-8C5249DB36A9}" destId="{45A3DC40-23B5-4001-81AA-B5D41B7B0E83}" srcOrd="1" destOrd="0" parTransId="{F33E852E-70E2-448A-BC31-3402D1082A63}" sibTransId="{D69F9DF8-082E-499A-A054-AEB487E07A81}"/>
    <dgm:cxn modelId="{40C4251A-E8B7-42D9-A646-581BAE808665}" srcId="{6E6679AC-AE63-442D-A01A-8C5249DB36A9}" destId="{0267BCE2-E1D6-40E6-A110-989A2B9AC4C2}" srcOrd="0" destOrd="0" parTransId="{AF3F0818-9720-4FFB-90A8-1B86966F4EB6}" sibTransId="{5F3BA546-E51E-45D1-9D0C-10BB1EEC2DC1}"/>
    <dgm:cxn modelId="{CCCB921A-E7BD-4AA5-8697-650D1666CB95}" srcId="{C6B3D6DC-A94A-4D73-87AF-62F8A7B4F253}" destId="{3D695BC0-D016-4C8D-808D-9D731C573F2E}" srcOrd="2" destOrd="0" parTransId="{97C75200-DB4A-4929-97D6-65A4A1D26236}" sibTransId="{B982A738-1997-4A07-9EE9-9E0D68078F97}"/>
    <dgm:cxn modelId="{EC005928-15A8-415B-8F90-3614D37887D3}" type="presOf" srcId="{59A2B571-65E4-4E07-AA11-EF147EA54864}" destId="{7CD13E95-57D1-418B-8C77-09CC933F0907}" srcOrd="0" destOrd="0" presId="urn:microsoft.com/office/officeart/2018/2/layout/IconLabelDescriptionList"/>
    <dgm:cxn modelId="{8E66825B-99C4-41B1-AD1E-51C9B8A060A3}" type="presOf" srcId="{7CE2BC22-7E34-4167-895E-811190D28119}" destId="{2F999D6E-6699-413F-9C31-3887F9CADEC5}" srcOrd="0" destOrd="0" presId="urn:microsoft.com/office/officeart/2018/2/layout/IconLabelDescriptionList"/>
    <dgm:cxn modelId="{A9993160-1CC8-4753-873D-0F487C1EAA59}" srcId="{E04A7C6F-C5FB-4D96-B005-F0EF58BCA217}" destId="{B1E74450-C467-41A7-BCA7-F232EA5BC711}" srcOrd="2" destOrd="0" parTransId="{0A2E319F-D874-4EA8-9651-004B6C4F7C38}" sibTransId="{5E0D56EF-DE2B-420B-80FB-5B5F7FBBAEC5}"/>
    <dgm:cxn modelId="{0ACA7042-0DC8-44D7-969D-6E18DA638187}" type="presOf" srcId="{E04A7C6F-C5FB-4D96-B005-F0EF58BCA217}" destId="{9507D208-0A7E-41BF-B4C1-7DB1DF3B4264}" srcOrd="0" destOrd="0" presId="urn:microsoft.com/office/officeart/2018/2/layout/IconLabelDescriptionList"/>
    <dgm:cxn modelId="{D001424B-1541-4B5D-A26B-B0D4FD77AE83}" type="presOf" srcId="{6E6679AC-AE63-442D-A01A-8C5249DB36A9}" destId="{3D97296D-3D73-4412-96AF-6BD484B33A4A}" srcOrd="0" destOrd="0" presId="urn:microsoft.com/office/officeart/2018/2/layout/IconLabelDescriptionList"/>
    <dgm:cxn modelId="{B4A3A755-25D0-42E5-9743-4FE55EC14065}" type="presOf" srcId="{AC39ACB1-0CAA-4034-932E-769710C45DEE}" destId="{2F999D6E-6699-413F-9C31-3887F9CADEC5}" srcOrd="0" destOrd="1" presId="urn:microsoft.com/office/officeart/2018/2/layout/IconLabelDescriptionList"/>
    <dgm:cxn modelId="{52B2D858-E1CB-461D-91D2-68B0D2E10BD7}" type="presOf" srcId="{45A3DC40-23B5-4001-81AA-B5D41B7B0E83}" destId="{43FE7421-EC31-4FCE-B4AD-1DE41076B626}" srcOrd="0" destOrd="1" presId="urn:microsoft.com/office/officeart/2018/2/layout/IconLabelDescriptionList"/>
    <dgm:cxn modelId="{E7240484-86A2-4FB3-A1D7-D37891932065}" srcId="{E04A7C6F-C5FB-4D96-B005-F0EF58BCA217}" destId="{AC39ACB1-0CAA-4034-932E-769710C45DEE}" srcOrd="1" destOrd="0" parTransId="{4E6CB33E-4073-4254-8D00-1D1FD724C6A7}" sibTransId="{E4C1DE66-2E9B-48F3-8169-F8361EE9CFA2}"/>
    <dgm:cxn modelId="{A404328A-4EEC-4267-9EEF-309064CA06BE}" srcId="{C6B3D6DC-A94A-4D73-87AF-62F8A7B4F253}" destId="{6E6679AC-AE63-442D-A01A-8C5249DB36A9}" srcOrd="1" destOrd="0" parTransId="{B8DB7027-3F5B-4CE2-A79C-3F1314BCFABA}" sibTransId="{67ADB2A9-AC00-49B8-B26B-AF4608E3B8C1}"/>
    <dgm:cxn modelId="{6D3E9591-528D-4D07-9168-D8CF28E0ADDB}" type="presOf" srcId="{0267BCE2-E1D6-40E6-A110-989A2B9AC4C2}" destId="{43FE7421-EC31-4FCE-B4AD-1DE41076B626}" srcOrd="0" destOrd="0" presId="urn:microsoft.com/office/officeart/2018/2/layout/IconLabelDescriptionList"/>
    <dgm:cxn modelId="{10F2BA9E-2D8B-4BE1-89F4-A096FC3961EC}" type="presOf" srcId="{B1E74450-C467-41A7-BCA7-F232EA5BC711}" destId="{2F999D6E-6699-413F-9C31-3887F9CADEC5}" srcOrd="0" destOrd="2" presId="urn:microsoft.com/office/officeart/2018/2/layout/IconLabelDescriptionList"/>
    <dgm:cxn modelId="{49268BAF-2D89-4E15-AF97-9A540F516B25}" type="presOf" srcId="{3D695BC0-D016-4C8D-808D-9D731C573F2E}" destId="{0F6542DE-213D-403E-8CC7-D89D0BC30CC4}" srcOrd="0" destOrd="0" presId="urn:microsoft.com/office/officeart/2018/2/layout/IconLabelDescriptionList"/>
    <dgm:cxn modelId="{EE65ADBE-394C-4C59-9277-C5DB9C02E18F}" srcId="{3D695BC0-D016-4C8D-808D-9D731C573F2E}" destId="{59A2B571-65E4-4E07-AA11-EF147EA54864}" srcOrd="0" destOrd="0" parTransId="{E1F93317-25BA-4290-A20B-D7AC5CEE783B}" sibTransId="{D55A02C2-910A-4073-B9D9-485620D4B1CE}"/>
    <dgm:cxn modelId="{B5DA90CD-338E-45CA-9E75-88951205543D}" srcId="{E04A7C6F-C5FB-4D96-B005-F0EF58BCA217}" destId="{7CE2BC22-7E34-4167-895E-811190D28119}" srcOrd="0" destOrd="0" parTransId="{520E8B91-CAD0-4CB1-9C83-E5D002B2A6A3}" sibTransId="{A1028178-43E0-4EFA-AAED-CF0518D7462D}"/>
    <dgm:cxn modelId="{0F0CCBF9-23C9-4120-85CF-DCE955AD5A35}" srcId="{C6B3D6DC-A94A-4D73-87AF-62F8A7B4F253}" destId="{E04A7C6F-C5FB-4D96-B005-F0EF58BCA217}" srcOrd="0" destOrd="0" parTransId="{987C536D-65A0-401D-AAD4-CDE160D6133D}" sibTransId="{0DF4DAFD-6491-4416-B6EB-D73E4F3DC20A}"/>
    <dgm:cxn modelId="{A51B5F99-3365-42CF-A3FF-B44E158B731B}" type="presParOf" srcId="{7B566C64-B717-48D8-A429-B28A7E3E7208}" destId="{69DBC0E2-48F6-4FDC-8D22-60C0EFED3FD0}" srcOrd="0" destOrd="0" presId="urn:microsoft.com/office/officeart/2018/2/layout/IconLabelDescriptionList"/>
    <dgm:cxn modelId="{5BF0FF69-DBEC-4101-934D-354E7DC2A1A2}" type="presParOf" srcId="{69DBC0E2-48F6-4FDC-8D22-60C0EFED3FD0}" destId="{FE910BE2-BC7E-4727-8167-323AFDCDFD35}" srcOrd="0" destOrd="0" presId="urn:microsoft.com/office/officeart/2018/2/layout/IconLabelDescriptionList"/>
    <dgm:cxn modelId="{FB644442-CCBA-4211-B3EA-F962AE357496}" type="presParOf" srcId="{69DBC0E2-48F6-4FDC-8D22-60C0EFED3FD0}" destId="{212FB963-AA07-4722-AB66-5E17942A9912}" srcOrd="1" destOrd="0" presId="urn:microsoft.com/office/officeart/2018/2/layout/IconLabelDescriptionList"/>
    <dgm:cxn modelId="{54B37396-5EC0-4693-BBF1-B0B094E638A6}" type="presParOf" srcId="{69DBC0E2-48F6-4FDC-8D22-60C0EFED3FD0}" destId="{9507D208-0A7E-41BF-B4C1-7DB1DF3B4264}" srcOrd="2" destOrd="0" presId="urn:microsoft.com/office/officeart/2018/2/layout/IconLabelDescriptionList"/>
    <dgm:cxn modelId="{3923460A-4887-4E56-BCC6-252EB43A3333}" type="presParOf" srcId="{69DBC0E2-48F6-4FDC-8D22-60C0EFED3FD0}" destId="{1381BB6F-1BFC-403C-AA2E-E0174F6F73D0}" srcOrd="3" destOrd="0" presId="urn:microsoft.com/office/officeart/2018/2/layout/IconLabelDescriptionList"/>
    <dgm:cxn modelId="{7A0CC0A3-6F5C-45C6-8E3A-1369DAAF4AC4}" type="presParOf" srcId="{69DBC0E2-48F6-4FDC-8D22-60C0EFED3FD0}" destId="{2F999D6E-6699-413F-9C31-3887F9CADEC5}" srcOrd="4" destOrd="0" presId="urn:microsoft.com/office/officeart/2018/2/layout/IconLabelDescriptionList"/>
    <dgm:cxn modelId="{0AEA1C20-589C-4A22-8AF3-B9B8C1AEF7A9}" type="presParOf" srcId="{7B566C64-B717-48D8-A429-B28A7E3E7208}" destId="{8F1F8BED-CF89-4085-9C44-B7DFD29E22DA}" srcOrd="1" destOrd="0" presId="urn:microsoft.com/office/officeart/2018/2/layout/IconLabelDescriptionList"/>
    <dgm:cxn modelId="{1B19CA2D-06B2-47D4-800F-C8A2E498E7C2}" type="presParOf" srcId="{7B566C64-B717-48D8-A429-B28A7E3E7208}" destId="{E51F58E3-CED4-478B-946A-ECC2574E8C55}" srcOrd="2" destOrd="0" presId="urn:microsoft.com/office/officeart/2018/2/layout/IconLabelDescriptionList"/>
    <dgm:cxn modelId="{25C79E85-E681-474E-BC21-14BC6729B5B1}" type="presParOf" srcId="{E51F58E3-CED4-478B-946A-ECC2574E8C55}" destId="{F7BB6E3E-1027-437E-A4A7-BD3DAA6A119E}" srcOrd="0" destOrd="0" presId="urn:microsoft.com/office/officeart/2018/2/layout/IconLabelDescriptionList"/>
    <dgm:cxn modelId="{36A29A47-1677-4B39-AEFA-A13BAC2D7EA9}" type="presParOf" srcId="{E51F58E3-CED4-478B-946A-ECC2574E8C55}" destId="{E01557FD-3345-47A9-85FA-C3EFB882D55D}" srcOrd="1" destOrd="0" presId="urn:microsoft.com/office/officeart/2018/2/layout/IconLabelDescriptionList"/>
    <dgm:cxn modelId="{6542E8C7-2761-4E6F-8187-2E18A688B275}" type="presParOf" srcId="{E51F58E3-CED4-478B-946A-ECC2574E8C55}" destId="{3D97296D-3D73-4412-96AF-6BD484B33A4A}" srcOrd="2" destOrd="0" presId="urn:microsoft.com/office/officeart/2018/2/layout/IconLabelDescriptionList"/>
    <dgm:cxn modelId="{9B318D11-555F-45B0-9ED4-FBF500EAA477}" type="presParOf" srcId="{E51F58E3-CED4-478B-946A-ECC2574E8C55}" destId="{5EA3669A-ED55-41E2-96BF-12FC43D58390}" srcOrd="3" destOrd="0" presId="urn:microsoft.com/office/officeart/2018/2/layout/IconLabelDescriptionList"/>
    <dgm:cxn modelId="{E5EB6417-7A11-41AA-9E2F-FB80589B32BE}" type="presParOf" srcId="{E51F58E3-CED4-478B-946A-ECC2574E8C55}" destId="{43FE7421-EC31-4FCE-B4AD-1DE41076B626}" srcOrd="4" destOrd="0" presId="urn:microsoft.com/office/officeart/2018/2/layout/IconLabelDescriptionList"/>
    <dgm:cxn modelId="{188F3A98-DD38-4A11-88C6-7480EEFFB58F}" type="presParOf" srcId="{7B566C64-B717-48D8-A429-B28A7E3E7208}" destId="{8558ED93-9A46-44BC-AAAC-7807798589AC}" srcOrd="3" destOrd="0" presId="urn:microsoft.com/office/officeart/2018/2/layout/IconLabelDescriptionList"/>
    <dgm:cxn modelId="{F809CE67-2769-49F9-894E-67442FC90351}" type="presParOf" srcId="{7B566C64-B717-48D8-A429-B28A7E3E7208}" destId="{4307B26F-903D-4E24-AA97-40B7E907C80F}" srcOrd="4" destOrd="0" presId="urn:microsoft.com/office/officeart/2018/2/layout/IconLabelDescriptionList"/>
    <dgm:cxn modelId="{95AE03C7-F9BF-4B3F-83F1-468381F18D3A}" type="presParOf" srcId="{4307B26F-903D-4E24-AA97-40B7E907C80F}" destId="{B11A3E6B-A91C-4215-9717-E1EEFA18EE85}" srcOrd="0" destOrd="0" presId="urn:microsoft.com/office/officeart/2018/2/layout/IconLabelDescriptionList"/>
    <dgm:cxn modelId="{EEA51659-54B0-492E-96AA-89A1698E6628}" type="presParOf" srcId="{4307B26F-903D-4E24-AA97-40B7E907C80F}" destId="{EFF41609-48C0-4C20-9FC3-842B095A244A}" srcOrd="1" destOrd="0" presId="urn:microsoft.com/office/officeart/2018/2/layout/IconLabelDescriptionList"/>
    <dgm:cxn modelId="{61D964B5-BF03-4302-8217-40BED5C4C330}" type="presParOf" srcId="{4307B26F-903D-4E24-AA97-40B7E907C80F}" destId="{0F6542DE-213D-403E-8CC7-D89D0BC30CC4}" srcOrd="2" destOrd="0" presId="urn:microsoft.com/office/officeart/2018/2/layout/IconLabelDescriptionList"/>
    <dgm:cxn modelId="{52A08DD1-803A-441D-97B3-6150545D854C}" type="presParOf" srcId="{4307B26F-903D-4E24-AA97-40B7E907C80F}" destId="{D51074B6-B3AA-451F-BDB1-56995B470D18}" srcOrd="3" destOrd="0" presId="urn:microsoft.com/office/officeart/2018/2/layout/IconLabelDescriptionList"/>
    <dgm:cxn modelId="{8E69DF6B-D35B-4D83-A914-B3CE71317A50}" type="presParOf" srcId="{4307B26F-903D-4E24-AA97-40B7E907C80F}" destId="{7CD13E95-57D1-418B-8C77-09CC933F090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10B9C7-5CCB-40FE-9127-F5717D9D8339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8C88EB-8724-45C8-974F-99358216BC67}">
      <dgm:prSet/>
      <dgm:spPr/>
      <dgm:t>
        <a:bodyPr/>
        <a:lstStyle/>
        <a:p>
          <a:r>
            <a:rPr lang="en-US" dirty="0"/>
            <a:t>Defined Objectives</a:t>
          </a:r>
        </a:p>
      </dgm:t>
    </dgm:pt>
    <dgm:pt modelId="{A8CEF055-3981-42BD-A62F-AC7B9F56AD72}" type="parTrans" cxnId="{D7DF0DE6-270D-4EAB-8F54-342FFA354E2B}">
      <dgm:prSet/>
      <dgm:spPr/>
      <dgm:t>
        <a:bodyPr/>
        <a:lstStyle/>
        <a:p>
          <a:endParaRPr lang="en-US"/>
        </a:p>
      </dgm:t>
    </dgm:pt>
    <dgm:pt modelId="{47A78B6D-97B5-44C9-8F11-80522010B03E}" type="sibTrans" cxnId="{D7DF0DE6-270D-4EAB-8F54-342FFA354E2B}">
      <dgm:prSet/>
      <dgm:spPr/>
      <dgm:t>
        <a:bodyPr/>
        <a:lstStyle/>
        <a:p>
          <a:endParaRPr lang="en-US"/>
        </a:p>
      </dgm:t>
    </dgm:pt>
    <dgm:pt modelId="{9090A7C2-F2D4-4FB7-BB20-85644535B3D8}">
      <dgm:prSet/>
      <dgm:spPr/>
      <dgm:t>
        <a:bodyPr/>
        <a:lstStyle/>
        <a:p>
          <a:r>
            <a:rPr lang="en-US" dirty="0"/>
            <a:t>Student scan and checkout with error handling</a:t>
          </a:r>
        </a:p>
      </dgm:t>
    </dgm:pt>
    <dgm:pt modelId="{B35E25BF-760C-4A23-973A-8FB952AA36ED}" type="parTrans" cxnId="{9BD0A21E-275C-4642-949A-FDA9FD5A3F00}">
      <dgm:prSet/>
      <dgm:spPr/>
      <dgm:t>
        <a:bodyPr/>
        <a:lstStyle/>
        <a:p>
          <a:endParaRPr lang="en-US"/>
        </a:p>
      </dgm:t>
    </dgm:pt>
    <dgm:pt modelId="{734683E7-019E-4F2F-839A-F7C1509D30F5}" type="sibTrans" cxnId="{9BD0A21E-275C-4642-949A-FDA9FD5A3F00}">
      <dgm:prSet/>
      <dgm:spPr/>
      <dgm:t>
        <a:bodyPr/>
        <a:lstStyle/>
        <a:p>
          <a:endParaRPr lang="en-US"/>
        </a:p>
      </dgm:t>
    </dgm:pt>
    <dgm:pt modelId="{CD1789FA-4FF1-4A0D-AFAF-6E2D28ED1C02}">
      <dgm:prSet/>
      <dgm:spPr/>
      <dgm:t>
        <a:bodyPr/>
        <a:lstStyle/>
        <a:p>
          <a:r>
            <a:rPr lang="en-US"/>
            <a:t>Key Goals and Rationale</a:t>
          </a:r>
        </a:p>
      </dgm:t>
    </dgm:pt>
    <dgm:pt modelId="{4626EF64-5B7E-4D4C-877F-11828D4F5DB6}" type="parTrans" cxnId="{13835719-F319-4315-86C0-5D6229CC3F93}">
      <dgm:prSet/>
      <dgm:spPr/>
      <dgm:t>
        <a:bodyPr/>
        <a:lstStyle/>
        <a:p>
          <a:endParaRPr lang="en-US"/>
        </a:p>
      </dgm:t>
    </dgm:pt>
    <dgm:pt modelId="{DE356939-ACE4-4810-B527-5FD57A5C9100}" type="sibTrans" cxnId="{13835719-F319-4315-86C0-5D6229CC3F93}">
      <dgm:prSet/>
      <dgm:spPr/>
      <dgm:t>
        <a:bodyPr/>
        <a:lstStyle/>
        <a:p>
          <a:endParaRPr lang="en-US"/>
        </a:p>
      </dgm:t>
    </dgm:pt>
    <dgm:pt modelId="{243B5E30-1EB4-48ED-8FE2-57F3B2890477}">
      <dgm:prSet/>
      <dgm:spPr/>
      <dgm:t>
        <a:bodyPr/>
        <a:lstStyle/>
        <a:p>
          <a:r>
            <a:rPr lang="en-US" dirty="0"/>
            <a:t>80% feature completion</a:t>
          </a:r>
        </a:p>
      </dgm:t>
    </dgm:pt>
    <dgm:pt modelId="{4442EF07-896D-49B6-B723-75D1CC43FE31}" type="parTrans" cxnId="{4C85E52F-B461-400D-A01C-23F634A28B8C}">
      <dgm:prSet/>
      <dgm:spPr/>
      <dgm:t>
        <a:bodyPr/>
        <a:lstStyle/>
        <a:p>
          <a:endParaRPr lang="en-US"/>
        </a:p>
      </dgm:t>
    </dgm:pt>
    <dgm:pt modelId="{CA379BAA-9444-46A1-8468-318D90B4CB0E}" type="sibTrans" cxnId="{4C85E52F-B461-400D-A01C-23F634A28B8C}">
      <dgm:prSet/>
      <dgm:spPr/>
      <dgm:t>
        <a:bodyPr/>
        <a:lstStyle/>
        <a:p>
          <a:endParaRPr lang="en-US"/>
        </a:p>
      </dgm:t>
    </dgm:pt>
    <dgm:pt modelId="{F6E715AA-B829-456C-9AB0-A899BEB659C0}">
      <dgm:prSet/>
      <dgm:spPr/>
      <dgm:t>
        <a:bodyPr/>
        <a:lstStyle/>
        <a:p>
          <a:r>
            <a:rPr lang="en-US"/>
            <a:t>Connection to Overall Vision</a:t>
          </a:r>
        </a:p>
      </dgm:t>
    </dgm:pt>
    <dgm:pt modelId="{1A222694-8D84-4A73-8ECE-2D12FEE951AD}" type="parTrans" cxnId="{B5FAB334-312A-413D-8390-928F3338E623}">
      <dgm:prSet/>
      <dgm:spPr/>
      <dgm:t>
        <a:bodyPr/>
        <a:lstStyle/>
        <a:p>
          <a:endParaRPr lang="en-US"/>
        </a:p>
      </dgm:t>
    </dgm:pt>
    <dgm:pt modelId="{76F35D31-5E7E-4FF4-B8A6-22DBC943BED5}" type="sibTrans" cxnId="{B5FAB334-312A-413D-8390-928F3338E623}">
      <dgm:prSet/>
      <dgm:spPr/>
      <dgm:t>
        <a:bodyPr/>
        <a:lstStyle/>
        <a:p>
          <a:endParaRPr lang="en-US"/>
        </a:p>
      </dgm:t>
    </dgm:pt>
    <dgm:pt modelId="{E707094F-1791-4FE4-9D12-77E5714DDBED}">
      <dgm:prSet/>
      <dgm:spPr/>
      <dgm:t>
        <a:bodyPr/>
        <a:lstStyle/>
        <a:p>
          <a:r>
            <a:rPr lang="en-US" dirty="0"/>
            <a:t>Intuitive method of pantry operation</a:t>
          </a:r>
        </a:p>
      </dgm:t>
    </dgm:pt>
    <dgm:pt modelId="{A77EE28B-96E3-4FC2-A272-2A02686FE4C8}" type="parTrans" cxnId="{4641537E-637C-4BB1-BB00-EC096F5CFA16}">
      <dgm:prSet/>
      <dgm:spPr/>
      <dgm:t>
        <a:bodyPr/>
        <a:lstStyle/>
        <a:p>
          <a:endParaRPr lang="en-US"/>
        </a:p>
      </dgm:t>
    </dgm:pt>
    <dgm:pt modelId="{9D082176-E544-458E-8D63-C2E03F6361C4}" type="sibTrans" cxnId="{4641537E-637C-4BB1-BB00-EC096F5CFA16}">
      <dgm:prSet/>
      <dgm:spPr/>
      <dgm:t>
        <a:bodyPr/>
        <a:lstStyle/>
        <a:p>
          <a:endParaRPr lang="en-US"/>
        </a:p>
      </dgm:t>
    </dgm:pt>
    <dgm:pt modelId="{C2BA5EF7-7212-49E8-80B7-C80C1D4B3B39}">
      <dgm:prSet/>
      <dgm:spPr/>
      <dgm:t>
        <a:bodyPr/>
        <a:lstStyle/>
        <a:p>
          <a:r>
            <a:rPr lang="en-US" dirty="0"/>
            <a:t>Low stock alerts</a:t>
          </a:r>
        </a:p>
      </dgm:t>
    </dgm:pt>
    <dgm:pt modelId="{F8C541A4-FADE-4359-A76B-9DB1C41480F6}" type="parTrans" cxnId="{3A05E72D-87F2-46DD-B815-6D5CF8EA55D8}">
      <dgm:prSet/>
      <dgm:spPr/>
      <dgm:t>
        <a:bodyPr/>
        <a:lstStyle/>
        <a:p>
          <a:endParaRPr lang="en-US"/>
        </a:p>
      </dgm:t>
    </dgm:pt>
    <dgm:pt modelId="{BF739511-7463-40AC-B7BC-647737B5373C}" type="sibTrans" cxnId="{3A05E72D-87F2-46DD-B815-6D5CF8EA55D8}">
      <dgm:prSet/>
      <dgm:spPr/>
      <dgm:t>
        <a:bodyPr/>
        <a:lstStyle/>
        <a:p>
          <a:endParaRPr lang="en-US"/>
        </a:p>
      </dgm:t>
    </dgm:pt>
    <dgm:pt modelId="{7390EAF8-D4D9-47F2-8B44-CD50C8963028}">
      <dgm:prSet/>
      <dgm:spPr/>
      <dgm:t>
        <a:bodyPr/>
        <a:lstStyle/>
        <a:p>
          <a:r>
            <a:rPr lang="en-US" dirty="0"/>
            <a:t>Inventory report generation</a:t>
          </a:r>
        </a:p>
      </dgm:t>
    </dgm:pt>
    <dgm:pt modelId="{50D0C446-8335-427C-87F2-19F43D1664CA}" type="parTrans" cxnId="{B6CF5857-C9F5-488D-A26B-152FBC931E8E}">
      <dgm:prSet/>
      <dgm:spPr/>
      <dgm:t>
        <a:bodyPr/>
        <a:lstStyle/>
        <a:p>
          <a:endParaRPr lang="en-US"/>
        </a:p>
      </dgm:t>
    </dgm:pt>
    <dgm:pt modelId="{A8BF811F-35CD-44D4-998D-FFC4151DA280}" type="sibTrans" cxnId="{B6CF5857-C9F5-488D-A26B-152FBC931E8E}">
      <dgm:prSet/>
      <dgm:spPr/>
      <dgm:t>
        <a:bodyPr/>
        <a:lstStyle/>
        <a:p>
          <a:endParaRPr lang="en-US"/>
        </a:p>
      </dgm:t>
    </dgm:pt>
    <dgm:pt modelId="{4473FCE9-96B5-42C6-8593-DC317F5878C4}">
      <dgm:prSet/>
      <dgm:spPr/>
      <dgm:t>
        <a:bodyPr/>
        <a:lstStyle/>
        <a:p>
          <a:r>
            <a:rPr lang="en-US" dirty="0"/>
            <a:t>Magstripe Reader integration for logins</a:t>
          </a:r>
        </a:p>
      </dgm:t>
    </dgm:pt>
    <dgm:pt modelId="{76A8A77B-5BC2-4AA5-AC6C-3D5E06D6487D}" type="parTrans" cxnId="{3477FF31-C910-418F-9704-4EBBD801DBA0}">
      <dgm:prSet/>
      <dgm:spPr/>
      <dgm:t>
        <a:bodyPr/>
        <a:lstStyle/>
        <a:p>
          <a:endParaRPr lang="en-US"/>
        </a:p>
      </dgm:t>
    </dgm:pt>
    <dgm:pt modelId="{B00829B8-0C77-4E97-BCFE-DC3D6ADEA14D}" type="sibTrans" cxnId="{3477FF31-C910-418F-9704-4EBBD801DBA0}">
      <dgm:prSet/>
      <dgm:spPr/>
      <dgm:t>
        <a:bodyPr/>
        <a:lstStyle/>
        <a:p>
          <a:endParaRPr lang="en-US"/>
        </a:p>
      </dgm:t>
    </dgm:pt>
    <dgm:pt modelId="{2B874CBE-CB3A-42C6-8198-FDCD33700185}">
      <dgm:prSet/>
      <dgm:spPr/>
      <dgm:t>
        <a:bodyPr/>
        <a:lstStyle/>
        <a:p>
          <a:r>
            <a:rPr lang="en-US" dirty="0"/>
            <a:t>System deployment</a:t>
          </a:r>
        </a:p>
      </dgm:t>
    </dgm:pt>
    <dgm:pt modelId="{EE999465-D5E5-44BB-A2F1-7C045963EEA4}" type="parTrans" cxnId="{4682651B-891A-4CD7-9A7A-6AB62AB13D14}">
      <dgm:prSet/>
      <dgm:spPr/>
    </dgm:pt>
    <dgm:pt modelId="{6C345FA4-EEC3-4DFF-A708-43A0B4D10F78}" type="sibTrans" cxnId="{4682651B-891A-4CD7-9A7A-6AB62AB13D14}">
      <dgm:prSet/>
      <dgm:spPr/>
    </dgm:pt>
    <dgm:pt modelId="{3ED03F2A-13C2-431D-8E9C-D0FA95F66579}">
      <dgm:prSet/>
      <dgm:spPr/>
      <dgm:t>
        <a:bodyPr/>
        <a:lstStyle/>
        <a:p>
          <a:r>
            <a:rPr lang="en-US" dirty="0"/>
            <a:t>Want users to prefer this system</a:t>
          </a:r>
        </a:p>
      </dgm:t>
    </dgm:pt>
    <dgm:pt modelId="{1B4C5F58-2E16-4EA0-8CD2-3FF349977A4B}" type="parTrans" cxnId="{DF8F86AE-C5FA-45C4-806F-2897D3214EC1}">
      <dgm:prSet/>
      <dgm:spPr/>
    </dgm:pt>
    <dgm:pt modelId="{318193A6-E954-4BB8-B263-3CFC36B55BEA}" type="sibTrans" cxnId="{DF8F86AE-C5FA-45C4-806F-2897D3214EC1}">
      <dgm:prSet/>
      <dgm:spPr/>
    </dgm:pt>
    <dgm:pt modelId="{3DD01419-BA4C-4834-AE14-429E230788D5}" type="pres">
      <dgm:prSet presAssocID="{DD10B9C7-5CCB-40FE-9127-F5717D9D8339}" presName="linear" presStyleCnt="0">
        <dgm:presLayoutVars>
          <dgm:dir/>
          <dgm:animLvl val="lvl"/>
          <dgm:resizeHandles val="exact"/>
        </dgm:presLayoutVars>
      </dgm:prSet>
      <dgm:spPr/>
    </dgm:pt>
    <dgm:pt modelId="{29083600-26DD-4C23-AC8F-B10E3F1944FF}" type="pres">
      <dgm:prSet presAssocID="{578C88EB-8724-45C8-974F-99358216BC67}" presName="parentLin" presStyleCnt="0"/>
      <dgm:spPr/>
    </dgm:pt>
    <dgm:pt modelId="{A8B0E47E-9EAB-4037-BD99-52746D2BF4DF}" type="pres">
      <dgm:prSet presAssocID="{578C88EB-8724-45C8-974F-99358216BC67}" presName="parentLeftMargin" presStyleLbl="node1" presStyleIdx="0" presStyleCnt="3"/>
      <dgm:spPr/>
    </dgm:pt>
    <dgm:pt modelId="{5F04156C-045D-4B0F-85AA-338090E728F3}" type="pres">
      <dgm:prSet presAssocID="{578C88EB-8724-45C8-974F-99358216BC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5739303-2D90-47ED-8694-7A8189C85E66}" type="pres">
      <dgm:prSet presAssocID="{578C88EB-8724-45C8-974F-99358216BC67}" presName="negativeSpace" presStyleCnt="0"/>
      <dgm:spPr/>
    </dgm:pt>
    <dgm:pt modelId="{CA907114-F955-430E-8EF9-AA808C1ACC6C}" type="pres">
      <dgm:prSet presAssocID="{578C88EB-8724-45C8-974F-99358216BC67}" presName="childText" presStyleLbl="conFgAcc1" presStyleIdx="0" presStyleCnt="3">
        <dgm:presLayoutVars>
          <dgm:bulletEnabled val="1"/>
        </dgm:presLayoutVars>
      </dgm:prSet>
      <dgm:spPr/>
    </dgm:pt>
    <dgm:pt modelId="{68A7F2A0-C85D-4D54-AC06-37620C70B1CE}" type="pres">
      <dgm:prSet presAssocID="{47A78B6D-97B5-44C9-8F11-80522010B03E}" presName="spaceBetweenRectangles" presStyleCnt="0"/>
      <dgm:spPr/>
    </dgm:pt>
    <dgm:pt modelId="{569219B0-B9E1-4579-AB29-D8A82DE87A0F}" type="pres">
      <dgm:prSet presAssocID="{CD1789FA-4FF1-4A0D-AFAF-6E2D28ED1C02}" presName="parentLin" presStyleCnt="0"/>
      <dgm:spPr/>
    </dgm:pt>
    <dgm:pt modelId="{EE30D39A-E5FF-4B73-8E15-C445E4404EC6}" type="pres">
      <dgm:prSet presAssocID="{CD1789FA-4FF1-4A0D-AFAF-6E2D28ED1C02}" presName="parentLeftMargin" presStyleLbl="node1" presStyleIdx="0" presStyleCnt="3"/>
      <dgm:spPr/>
    </dgm:pt>
    <dgm:pt modelId="{A870CDCF-AB5A-49D2-980C-D4F49C510AD9}" type="pres">
      <dgm:prSet presAssocID="{CD1789FA-4FF1-4A0D-AFAF-6E2D28ED1C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9AF1A4-B52A-4361-B54B-1D5826B392FD}" type="pres">
      <dgm:prSet presAssocID="{CD1789FA-4FF1-4A0D-AFAF-6E2D28ED1C02}" presName="negativeSpace" presStyleCnt="0"/>
      <dgm:spPr/>
    </dgm:pt>
    <dgm:pt modelId="{C0F9B892-676B-4606-A09A-799D07FA0BA9}" type="pres">
      <dgm:prSet presAssocID="{CD1789FA-4FF1-4A0D-AFAF-6E2D28ED1C02}" presName="childText" presStyleLbl="conFgAcc1" presStyleIdx="1" presStyleCnt="3" custLinFactNeighborX="-776">
        <dgm:presLayoutVars>
          <dgm:bulletEnabled val="1"/>
        </dgm:presLayoutVars>
      </dgm:prSet>
      <dgm:spPr/>
    </dgm:pt>
    <dgm:pt modelId="{6AAAEC5F-1BC1-4E91-8B7C-E1B0A5E6F2DA}" type="pres">
      <dgm:prSet presAssocID="{DE356939-ACE4-4810-B527-5FD57A5C9100}" presName="spaceBetweenRectangles" presStyleCnt="0"/>
      <dgm:spPr/>
    </dgm:pt>
    <dgm:pt modelId="{7E6C6542-6858-448B-826F-14349C951852}" type="pres">
      <dgm:prSet presAssocID="{F6E715AA-B829-456C-9AB0-A899BEB659C0}" presName="parentLin" presStyleCnt="0"/>
      <dgm:spPr/>
    </dgm:pt>
    <dgm:pt modelId="{38319B17-70DE-47CD-A170-83D168606B56}" type="pres">
      <dgm:prSet presAssocID="{F6E715AA-B829-456C-9AB0-A899BEB659C0}" presName="parentLeftMargin" presStyleLbl="node1" presStyleIdx="1" presStyleCnt="3"/>
      <dgm:spPr/>
    </dgm:pt>
    <dgm:pt modelId="{B87E140E-5945-48DE-AAEB-AAE063B1D027}" type="pres">
      <dgm:prSet presAssocID="{F6E715AA-B829-456C-9AB0-A899BEB659C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E99D419-2494-4870-A359-DDA96C268465}" type="pres">
      <dgm:prSet presAssocID="{F6E715AA-B829-456C-9AB0-A899BEB659C0}" presName="negativeSpace" presStyleCnt="0"/>
      <dgm:spPr/>
    </dgm:pt>
    <dgm:pt modelId="{99E4EB40-28FE-4F54-8761-B6E5EAA9A63D}" type="pres">
      <dgm:prSet presAssocID="{F6E715AA-B829-456C-9AB0-A899BEB659C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FFE8203-9179-454C-A48F-2BF4623476E1}" type="presOf" srcId="{CD1789FA-4FF1-4A0D-AFAF-6E2D28ED1C02}" destId="{A870CDCF-AB5A-49D2-980C-D4F49C510AD9}" srcOrd="1" destOrd="0" presId="urn:microsoft.com/office/officeart/2005/8/layout/list1"/>
    <dgm:cxn modelId="{A0BEA70F-D75D-4D05-A22E-635BC3A351FE}" type="presOf" srcId="{3ED03F2A-13C2-431D-8E9C-D0FA95F66579}" destId="{99E4EB40-28FE-4F54-8761-B6E5EAA9A63D}" srcOrd="0" destOrd="1" presId="urn:microsoft.com/office/officeart/2005/8/layout/list1"/>
    <dgm:cxn modelId="{13835719-F319-4315-86C0-5D6229CC3F93}" srcId="{DD10B9C7-5CCB-40FE-9127-F5717D9D8339}" destId="{CD1789FA-4FF1-4A0D-AFAF-6E2D28ED1C02}" srcOrd="1" destOrd="0" parTransId="{4626EF64-5B7E-4D4C-877F-11828D4F5DB6}" sibTransId="{DE356939-ACE4-4810-B527-5FD57A5C9100}"/>
    <dgm:cxn modelId="{4682651B-891A-4CD7-9A7A-6AB62AB13D14}" srcId="{CD1789FA-4FF1-4A0D-AFAF-6E2D28ED1C02}" destId="{2B874CBE-CB3A-42C6-8198-FDCD33700185}" srcOrd="1" destOrd="0" parTransId="{EE999465-D5E5-44BB-A2F1-7C045963EEA4}" sibTransId="{6C345FA4-EEC3-4DFF-A708-43A0B4D10F78}"/>
    <dgm:cxn modelId="{9BD0A21E-275C-4642-949A-FDA9FD5A3F00}" srcId="{578C88EB-8724-45C8-974F-99358216BC67}" destId="{9090A7C2-F2D4-4FB7-BB20-85644535B3D8}" srcOrd="0" destOrd="0" parTransId="{B35E25BF-760C-4A23-973A-8FB952AA36ED}" sibTransId="{734683E7-019E-4F2F-839A-F7C1509D30F5}"/>
    <dgm:cxn modelId="{9259E92A-45FF-491E-A2E5-3393D12B6587}" type="presOf" srcId="{4473FCE9-96B5-42C6-8593-DC317F5878C4}" destId="{CA907114-F955-430E-8EF9-AA808C1ACC6C}" srcOrd="0" destOrd="3" presId="urn:microsoft.com/office/officeart/2005/8/layout/list1"/>
    <dgm:cxn modelId="{3A05E72D-87F2-46DD-B815-6D5CF8EA55D8}" srcId="{578C88EB-8724-45C8-974F-99358216BC67}" destId="{C2BA5EF7-7212-49E8-80B7-C80C1D4B3B39}" srcOrd="1" destOrd="0" parTransId="{F8C541A4-FADE-4359-A76B-9DB1C41480F6}" sibTransId="{BF739511-7463-40AC-B7BC-647737B5373C}"/>
    <dgm:cxn modelId="{4C85E52F-B461-400D-A01C-23F634A28B8C}" srcId="{CD1789FA-4FF1-4A0D-AFAF-6E2D28ED1C02}" destId="{243B5E30-1EB4-48ED-8FE2-57F3B2890477}" srcOrd="0" destOrd="0" parTransId="{4442EF07-896D-49B6-B723-75D1CC43FE31}" sibTransId="{CA379BAA-9444-46A1-8468-318D90B4CB0E}"/>
    <dgm:cxn modelId="{3477FF31-C910-418F-9704-4EBBD801DBA0}" srcId="{578C88EB-8724-45C8-974F-99358216BC67}" destId="{4473FCE9-96B5-42C6-8593-DC317F5878C4}" srcOrd="3" destOrd="0" parTransId="{76A8A77B-5BC2-4AA5-AC6C-3D5E06D6487D}" sibTransId="{B00829B8-0C77-4E97-BCFE-DC3D6ADEA14D}"/>
    <dgm:cxn modelId="{B5FAB334-312A-413D-8390-928F3338E623}" srcId="{DD10B9C7-5CCB-40FE-9127-F5717D9D8339}" destId="{F6E715AA-B829-456C-9AB0-A899BEB659C0}" srcOrd="2" destOrd="0" parTransId="{1A222694-8D84-4A73-8ECE-2D12FEE951AD}" sibTransId="{76F35D31-5E7E-4FF4-B8A6-22DBC943BED5}"/>
    <dgm:cxn modelId="{29FB1742-C1DB-4065-B113-E96941EDF9C0}" type="presOf" srcId="{578C88EB-8724-45C8-974F-99358216BC67}" destId="{5F04156C-045D-4B0F-85AA-338090E728F3}" srcOrd="1" destOrd="0" presId="urn:microsoft.com/office/officeart/2005/8/layout/list1"/>
    <dgm:cxn modelId="{90A6B94E-DF5A-4C46-A245-3A3B0C4D5AD2}" type="presOf" srcId="{2B874CBE-CB3A-42C6-8198-FDCD33700185}" destId="{C0F9B892-676B-4606-A09A-799D07FA0BA9}" srcOrd="0" destOrd="1" presId="urn:microsoft.com/office/officeart/2005/8/layout/list1"/>
    <dgm:cxn modelId="{E6D9AD56-8464-4E7B-9EE6-C83D4A6D1285}" type="presOf" srcId="{578C88EB-8724-45C8-974F-99358216BC67}" destId="{A8B0E47E-9EAB-4037-BD99-52746D2BF4DF}" srcOrd="0" destOrd="0" presId="urn:microsoft.com/office/officeart/2005/8/layout/list1"/>
    <dgm:cxn modelId="{B6CF5857-C9F5-488D-A26B-152FBC931E8E}" srcId="{578C88EB-8724-45C8-974F-99358216BC67}" destId="{7390EAF8-D4D9-47F2-8B44-CD50C8963028}" srcOrd="2" destOrd="0" parTransId="{50D0C446-8335-427C-87F2-19F43D1664CA}" sibTransId="{A8BF811F-35CD-44D4-998D-FFC4151DA280}"/>
    <dgm:cxn modelId="{4A50197B-639E-4807-B89E-D797A864E854}" type="presOf" srcId="{F6E715AA-B829-456C-9AB0-A899BEB659C0}" destId="{38319B17-70DE-47CD-A170-83D168606B56}" srcOrd="0" destOrd="0" presId="urn:microsoft.com/office/officeart/2005/8/layout/list1"/>
    <dgm:cxn modelId="{4641537E-637C-4BB1-BB00-EC096F5CFA16}" srcId="{F6E715AA-B829-456C-9AB0-A899BEB659C0}" destId="{E707094F-1791-4FE4-9D12-77E5714DDBED}" srcOrd="0" destOrd="0" parTransId="{A77EE28B-96E3-4FC2-A272-2A02686FE4C8}" sibTransId="{9D082176-E544-458E-8D63-C2E03F6361C4}"/>
    <dgm:cxn modelId="{969D5B90-6D22-4B01-8C12-0C28DB345523}" type="presOf" srcId="{C2BA5EF7-7212-49E8-80B7-C80C1D4B3B39}" destId="{CA907114-F955-430E-8EF9-AA808C1ACC6C}" srcOrd="0" destOrd="1" presId="urn:microsoft.com/office/officeart/2005/8/layout/list1"/>
    <dgm:cxn modelId="{E84ECB95-F9A4-435A-9B65-CD7A9F6B5529}" type="presOf" srcId="{F6E715AA-B829-456C-9AB0-A899BEB659C0}" destId="{B87E140E-5945-48DE-AAEB-AAE063B1D027}" srcOrd="1" destOrd="0" presId="urn:microsoft.com/office/officeart/2005/8/layout/list1"/>
    <dgm:cxn modelId="{33F6159A-7861-45CE-8BCC-6B5E7B7CB4E3}" type="presOf" srcId="{CD1789FA-4FF1-4A0D-AFAF-6E2D28ED1C02}" destId="{EE30D39A-E5FF-4B73-8E15-C445E4404EC6}" srcOrd="0" destOrd="0" presId="urn:microsoft.com/office/officeart/2005/8/layout/list1"/>
    <dgm:cxn modelId="{DF8F86AE-C5FA-45C4-806F-2897D3214EC1}" srcId="{F6E715AA-B829-456C-9AB0-A899BEB659C0}" destId="{3ED03F2A-13C2-431D-8E9C-D0FA95F66579}" srcOrd="1" destOrd="0" parTransId="{1B4C5F58-2E16-4EA0-8CD2-3FF349977A4B}" sibTransId="{318193A6-E954-4BB8-B263-3CFC36B55BEA}"/>
    <dgm:cxn modelId="{62356CB7-91BA-4016-AB18-C111A831F173}" type="presOf" srcId="{E707094F-1791-4FE4-9D12-77E5714DDBED}" destId="{99E4EB40-28FE-4F54-8761-B6E5EAA9A63D}" srcOrd="0" destOrd="0" presId="urn:microsoft.com/office/officeart/2005/8/layout/list1"/>
    <dgm:cxn modelId="{151F36BD-E521-4DD1-BDCC-37BAD106F7A8}" type="presOf" srcId="{DD10B9C7-5CCB-40FE-9127-F5717D9D8339}" destId="{3DD01419-BA4C-4834-AE14-429E230788D5}" srcOrd="0" destOrd="0" presId="urn:microsoft.com/office/officeart/2005/8/layout/list1"/>
    <dgm:cxn modelId="{159208C6-9318-4816-9702-424506F6A5F8}" type="presOf" srcId="{9090A7C2-F2D4-4FB7-BB20-85644535B3D8}" destId="{CA907114-F955-430E-8EF9-AA808C1ACC6C}" srcOrd="0" destOrd="0" presId="urn:microsoft.com/office/officeart/2005/8/layout/list1"/>
    <dgm:cxn modelId="{D7DF0DE6-270D-4EAB-8F54-342FFA354E2B}" srcId="{DD10B9C7-5CCB-40FE-9127-F5717D9D8339}" destId="{578C88EB-8724-45C8-974F-99358216BC67}" srcOrd="0" destOrd="0" parTransId="{A8CEF055-3981-42BD-A62F-AC7B9F56AD72}" sibTransId="{47A78B6D-97B5-44C9-8F11-80522010B03E}"/>
    <dgm:cxn modelId="{5D7D95E8-D33D-42BA-AB44-2AE8970BB4D7}" type="presOf" srcId="{7390EAF8-D4D9-47F2-8B44-CD50C8963028}" destId="{CA907114-F955-430E-8EF9-AA808C1ACC6C}" srcOrd="0" destOrd="2" presId="urn:microsoft.com/office/officeart/2005/8/layout/list1"/>
    <dgm:cxn modelId="{523629EC-B1A9-4A9E-A21F-483F01B692FB}" type="presOf" srcId="{243B5E30-1EB4-48ED-8FE2-57F3B2890477}" destId="{C0F9B892-676B-4606-A09A-799D07FA0BA9}" srcOrd="0" destOrd="0" presId="urn:microsoft.com/office/officeart/2005/8/layout/list1"/>
    <dgm:cxn modelId="{C3AB3B31-455A-4442-AB90-228002280D86}" type="presParOf" srcId="{3DD01419-BA4C-4834-AE14-429E230788D5}" destId="{29083600-26DD-4C23-AC8F-B10E3F1944FF}" srcOrd="0" destOrd="0" presId="urn:microsoft.com/office/officeart/2005/8/layout/list1"/>
    <dgm:cxn modelId="{EDC0347C-3A4F-4CD1-BC0B-DE563586CB4E}" type="presParOf" srcId="{29083600-26DD-4C23-AC8F-B10E3F1944FF}" destId="{A8B0E47E-9EAB-4037-BD99-52746D2BF4DF}" srcOrd="0" destOrd="0" presId="urn:microsoft.com/office/officeart/2005/8/layout/list1"/>
    <dgm:cxn modelId="{2D55A6ED-99E0-43FE-A990-DE9D602514C2}" type="presParOf" srcId="{29083600-26DD-4C23-AC8F-B10E3F1944FF}" destId="{5F04156C-045D-4B0F-85AA-338090E728F3}" srcOrd="1" destOrd="0" presId="urn:microsoft.com/office/officeart/2005/8/layout/list1"/>
    <dgm:cxn modelId="{0552F04F-93A5-4CA3-AA19-7041A4CF6D89}" type="presParOf" srcId="{3DD01419-BA4C-4834-AE14-429E230788D5}" destId="{85739303-2D90-47ED-8694-7A8189C85E66}" srcOrd="1" destOrd="0" presId="urn:microsoft.com/office/officeart/2005/8/layout/list1"/>
    <dgm:cxn modelId="{5E307B87-B5FE-4F5C-B761-27C89956043E}" type="presParOf" srcId="{3DD01419-BA4C-4834-AE14-429E230788D5}" destId="{CA907114-F955-430E-8EF9-AA808C1ACC6C}" srcOrd="2" destOrd="0" presId="urn:microsoft.com/office/officeart/2005/8/layout/list1"/>
    <dgm:cxn modelId="{BC1BE4C9-61FD-4F3B-A396-3180AA48EDA2}" type="presParOf" srcId="{3DD01419-BA4C-4834-AE14-429E230788D5}" destId="{68A7F2A0-C85D-4D54-AC06-37620C70B1CE}" srcOrd="3" destOrd="0" presId="urn:microsoft.com/office/officeart/2005/8/layout/list1"/>
    <dgm:cxn modelId="{B9F34F65-A821-4DA7-8656-75A913B0A3D9}" type="presParOf" srcId="{3DD01419-BA4C-4834-AE14-429E230788D5}" destId="{569219B0-B9E1-4579-AB29-D8A82DE87A0F}" srcOrd="4" destOrd="0" presId="urn:microsoft.com/office/officeart/2005/8/layout/list1"/>
    <dgm:cxn modelId="{FE3E15DA-ECDC-48F3-AC9F-81DFD8099E36}" type="presParOf" srcId="{569219B0-B9E1-4579-AB29-D8A82DE87A0F}" destId="{EE30D39A-E5FF-4B73-8E15-C445E4404EC6}" srcOrd="0" destOrd="0" presId="urn:microsoft.com/office/officeart/2005/8/layout/list1"/>
    <dgm:cxn modelId="{4CFDF582-E437-4B5F-AEB3-EAB30503E262}" type="presParOf" srcId="{569219B0-B9E1-4579-AB29-D8A82DE87A0F}" destId="{A870CDCF-AB5A-49D2-980C-D4F49C510AD9}" srcOrd="1" destOrd="0" presId="urn:microsoft.com/office/officeart/2005/8/layout/list1"/>
    <dgm:cxn modelId="{0D7512BF-3C35-4B56-AFDB-07C9FB037F78}" type="presParOf" srcId="{3DD01419-BA4C-4834-AE14-429E230788D5}" destId="{589AF1A4-B52A-4361-B54B-1D5826B392FD}" srcOrd="5" destOrd="0" presId="urn:microsoft.com/office/officeart/2005/8/layout/list1"/>
    <dgm:cxn modelId="{DE94D10C-A2BC-4996-BEC4-ADDFE1A24CA6}" type="presParOf" srcId="{3DD01419-BA4C-4834-AE14-429E230788D5}" destId="{C0F9B892-676B-4606-A09A-799D07FA0BA9}" srcOrd="6" destOrd="0" presId="urn:microsoft.com/office/officeart/2005/8/layout/list1"/>
    <dgm:cxn modelId="{BD51DBFC-0979-4861-8311-4A58D9ABCF24}" type="presParOf" srcId="{3DD01419-BA4C-4834-AE14-429E230788D5}" destId="{6AAAEC5F-1BC1-4E91-8B7C-E1B0A5E6F2DA}" srcOrd="7" destOrd="0" presId="urn:microsoft.com/office/officeart/2005/8/layout/list1"/>
    <dgm:cxn modelId="{621B324D-CB5D-476F-8A62-E2D68BA44A1D}" type="presParOf" srcId="{3DD01419-BA4C-4834-AE14-429E230788D5}" destId="{7E6C6542-6858-448B-826F-14349C951852}" srcOrd="8" destOrd="0" presId="urn:microsoft.com/office/officeart/2005/8/layout/list1"/>
    <dgm:cxn modelId="{7282A876-5AA0-43FE-904E-36665EFEFF14}" type="presParOf" srcId="{7E6C6542-6858-448B-826F-14349C951852}" destId="{38319B17-70DE-47CD-A170-83D168606B56}" srcOrd="0" destOrd="0" presId="urn:microsoft.com/office/officeart/2005/8/layout/list1"/>
    <dgm:cxn modelId="{19F7BC30-E915-4D5E-A7FD-1409390294F6}" type="presParOf" srcId="{7E6C6542-6858-448B-826F-14349C951852}" destId="{B87E140E-5945-48DE-AAEB-AAE063B1D027}" srcOrd="1" destOrd="0" presId="urn:microsoft.com/office/officeart/2005/8/layout/list1"/>
    <dgm:cxn modelId="{C20DADA0-7D20-4A51-8E58-016AA80CFC3E}" type="presParOf" srcId="{3DD01419-BA4C-4834-AE14-429E230788D5}" destId="{EE99D419-2494-4870-A359-DDA96C268465}" srcOrd="9" destOrd="0" presId="urn:microsoft.com/office/officeart/2005/8/layout/list1"/>
    <dgm:cxn modelId="{838353A5-2EF0-4F72-88A4-2E02DB7D8C11}" type="presParOf" srcId="{3DD01419-BA4C-4834-AE14-429E230788D5}" destId="{99E4EB40-28FE-4F54-8761-B6E5EAA9A63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DBCBB7-2EB2-4251-AF13-8C691814368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D7ECBF-1003-48BC-B55B-FB1EE17044E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900" dirty="0"/>
            <a:t>Feature Overview</a:t>
          </a:r>
        </a:p>
        <a:p>
          <a:pPr>
            <a:lnSpc>
              <a:spcPct val="100000"/>
            </a:lnSpc>
            <a:defRPr b="1"/>
          </a:pPr>
          <a:r>
            <a:rPr lang="en-US" sz="1500" b="0" dirty="0"/>
            <a:t>Allow members to show in demo </a:t>
          </a:r>
        </a:p>
      </dgm:t>
    </dgm:pt>
    <dgm:pt modelId="{E8A88C27-BAF6-43F0-9858-E02D7CDE2077}" type="parTrans" cxnId="{34B4EC45-A4BE-4F8D-A1F4-FFB37A77DCBD}">
      <dgm:prSet/>
      <dgm:spPr/>
      <dgm:t>
        <a:bodyPr/>
        <a:lstStyle/>
        <a:p>
          <a:endParaRPr lang="en-US"/>
        </a:p>
      </dgm:t>
    </dgm:pt>
    <dgm:pt modelId="{C9D98B1B-4C7E-42A6-9F97-F711D0705404}" type="sibTrans" cxnId="{34B4EC45-A4BE-4F8D-A1F4-FFB37A77DCBD}">
      <dgm:prSet/>
      <dgm:spPr/>
      <dgm:t>
        <a:bodyPr/>
        <a:lstStyle/>
        <a:p>
          <a:endParaRPr lang="en-US"/>
        </a:p>
      </dgm:t>
    </dgm:pt>
    <dgm:pt modelId="{B3F21E8E-49EC-4C3D-BD22-6959693C02AE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9E710D1A-63B7-4B2B-B050-EBED03B20BED}" type="parTrans" cxnId="{87AB464E-61F6-4EF3-BEAF-6D9FB65414DC}">
      <dgm:prSet/>
      <dgm:spPr/>
      <dgm:t>
        <a:bodyPr/>
        <a:lstStyle/>
        <a:p>
          <a:endParaRPr lang="en-US"/>
        </a:p>
      </dgm:t>
    </dgm:pt>
    <dgm:pt modelId="{E4216012-96D6-4E35-8B67-F69A22599BAD}" type="sibTrans" cxnId="{87AB464E-61F6-4EF3-BEAF-6D9FB65414DC}">
      <dgm:prSet/>
      <dgm:spPr/>
      <dgm:t>
        <a:bodyPr/>
        <a:lstStyle/>
        <a:p>
          <a:endParaRPr lang="en-US"/>
        </a:p>
      </dgm:t>
    </dgm:pt>
    <dgm:pt modelId="{7AE4F504-7E19-41CA-A649-7551271A95F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900" dirty="0"/>
            <a:t>Features Demo</a:t>
          </a:r>
        </a:p>
      </dgm:t>
    </dgm:pt>
    <dgm:pt modelId="{87F1B8BC-124B-48F9-BA72-1FC5D35BF3AA}" type="parTrans" cxnId="{0925C6AF-654E-45CB-A634-C7FB77356EA3}">
      <dgm:prSet/>
      <dgm:spPr/>
      <dgm:t>
        <a:bodyPr/>
        <a:lstStyle/>
        <a:p>
          <a:endParaRPr lang="en-US"/>
        </a:p>
      </dgm:t>
    </dgm:pt>
    <dgm:pt modelId="{13CC37D5-8256-4C29-92F6-657442D70D4B}" type="sibTrans" cxnId="{0925C6AF-654E-45CB-A634-C7FB77356EA3}">
      <dgm:prSet/>
      <dgm:spPr/>
      <dgm:t>
        <a:bodyPr/>
        <a:lstStyle/>
        <a:p>
          <a:endParaRPr lang="en-US"/>
        </a:p>
      </dgm:t>
    </dgm:pt>
    <dgm:pt modelId="{2816600B-3796-4477-9CAD-9BD00C667A53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B6B68DE7-1F3A-4A18-BAD9-81041FD8629E}" type="parTrans" cxnId="{7D32EFBE-0F04-407F-BD6F-660DBCAFA5D1}">
      <dgm:prSet/>
      <dgm:spPr/>
      <dgm:t>
        <a:bodyPr/>
        <a:lstStyle/>
        <a:p>
          <a:endParaRPr lang="en-US"/>
        </a:p>
      </dgm:t>
    </dgm:pt>
    <dgm:pt modelId="{2538F2DF-B868-413C-8FB5-C06A86EC7F29}" type="sibTrans" cxnId="{7D32EFBE-0F04-407F-BD6F-660DBCAFA5D1}">
      <dgm:prSet/>
      <dgm:spPr/>
      <dgm:t>
        <a:bodyPr/>
        <a:lstStyle/>
        <a:p>
          <a:endParaRPr lang="en-US"/>
        </a:p>
      </dgm:t>
    </dgm:pt>
    <dgm:pt modelId="{7430466F-27BF-4455-8441-2846A0618848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900" dirty="0"/>
            <a:t>Testing and Validation</a:t>
          </a:r>
        </a:p>
        <a:p>
          <a:pPr>
            <a:lnSpc>
              <a:spcPct val="100000"/>
            </a:lnSpc>
            <a:defRPr b="1"/>
          </a:pPr>
          <a:r>
            <a:rPr lang="en-US" sz="1500" b="0" dirty="0"/>
            <a:t>Edge cases</a:t>
          </a:r>
        </a:p>
        <a:p>
          <a:pPr>
            <a:lnSpc>
              <a:spcPct val="100000"/>
            </a:lnSpc>
            <a:defRPr b="1"/>
          </a:pPr>
          <a:r>
            <a:rPr lang="en-US" sz="1500" b="0" dirty="0"/>
            <a:t>Workflow testing and validation</a:t>
          </a:r>
        </a:p>
        <a:p>
          <a:pPr>
            <a:lnSpc>
              <a:spcPct val="100000"/>
            </a:lnSpc>
            <a:defRPr b="1"/>
          </a:pPr>
          <a:endParaRPr lang="en-US" sz="1500" b="0" dirty="0"/>
        </a:p>
      </dgm:t>
    </dgm:pt>
    <dgm:pt modelId="{CFC2077E-E7DA-4C16-9524-7A8D8BABAECC}" type="parTrans" cxnId="{64A67978-7849-47D2-98A4-4949B08C4DCE}">
      <dgm:prSet/>
      <dgm:spPr/>
      <dgm:t>
        <a:bodyPr/>
        <a:lstStyle/>
        <a:p>
          <a:endParaRPr lang="en-US"/>
        </a:p>
      </dgm:t>
    </dgm:pt>
    <dgm:pt modelId="{DD93DF62-8AB1-4C51-B1EF-11C6856C98D2}" type="sibTrans" cxnId="{64A67978-7849-47D2-98A4-4949B08C4DCE}">
      <dgm:prSet/>
      <dgm:spPr/>
      <dgm:t>
        <a:bodyPr/>
        <a:lstStyle/>
        <a:p>
          <a:endParaRPr lang="en-US"/>
        </a:p>
      </dgm:t>
    </dgm:pt>
    <dgm:pt modelId="{CAC9573E-3508-4468-912F-89C1A6813ABE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0C2FCD21-2FFA-4569-A505-E00483D89020}" type="parTrans" cxnId="{9A8875F5-0199-44AD-8400-34D31910EB1E}">
      <dgm:prSet/>
      <dgm:spPr/>
      <dgm:t>
        <a:bodyPr/>
        <a:lstStyle/>
        <a:p>
          <a:endParaRPr lang="en-US"/>
        </a:p>
      </dgm:t>
    </dgm:pt>
    <dgm:pt modelId="{111E6B5C-6426-4E0E-9A38-BC37D88D8100}" type="sibTrans" cxnId="{9A8875F5-0199-44AD-8400-34D31910EB1E}">
      <dgm:prSet/>
      <dgm:spPr/>
      <dgm:t>
        <a:bodyPr/>
        <a:lstStyle/>
        <a:p>
          <a:endParaRPr lang="en-US"/>
        </a:p>
      </dgm:t>
    </dgm:pt>
    <dgm:pt modelId="{0BE04940-E3F2-47D0-BE2C-5883D5611290}" type="pres">
      <dgm:prSet presAssocID="{89DBCBB7-2EB2-4251-AF13-8C6918143689}" presName="root" presStyleCnt="0">
        <dgm:presLayoutVars>
          <dgm:dir/>
          <dgm:resizeHandles val="exact"/>
        </dgm:presLayoutVars>
      </dgm:prSet>
      <dgm:spPr/>
    </dgm:pt>
    <dgm:pt modelId="{D17449CA-992F-4E80-8EE9-F72DFC78DA22}" type="pres">
      <dgm:prSet presAssocID="{B6D7ECBF-1003-48BC-B55B-FB1EE17044EA}" presName="compNode" presStyleCnt="0"/>
      <dgm:spPr/>
    </dgm:pt>
    <dgm:pt modelId="{C5C79A0D-4A7F-496A-AE6C-24492353247A}" type="pres">
      <dgm:prSet presAssocID="{B6D7ECBF-1003-48BC-B55B-FB1EE17044E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8C84EE6-8524-438E-B170-34EAD94CCF7B}" type="pres">
      <dgm:prSet presAssocID="{B6D7ECBF-1003-48BC-B55B-FB1EE17044EA}" presName="iconSpace" presStyleCnt="0"/>
      <dgm:spPr/>
    </dgm:pt>
    <dgm:pt modelId="{B44F6D3A-3A5F-401C-841E-E2030F68318C}" type="pres">
      <dgm:prSet presAssocID="{B6D7ECBF-1003-48BC-B55B-FB1EE17044EA}" presName="parTx" presStyleLbl="revTx" presStyleIdx="0" presStyleCnt="6">
        <dgm:presLayoutVars>
          <dgm:chMax val="0"/>
          <dgm:chPref val="0"/>
        </dgm:presLayoutVars>
      </dgm:prSet>
      <dgm:spPr/>
    </dgm:pt>
    <dgm:pt modelId="{0E7EE1D6-148B-40D3-93DF-4A5958CAD0F2}" type="pres">
      <dgm:prSet presAssocID="{B6D7ECBF-1003-48BC-B55B-FB1EE17044EA}" presName="txSpace" presStyleCnt="0"/>
      <dgm:spPr/>
    </dgm:pt>
    <dgm:pt modelId="{38AFE88C-8DCB-4F34-B7B4-04DA8AA6B746}" type="pres">
      <dgm:prSet presAssocID="{B6D7ECBF-1003-48BC-B55B-FB1EE17044EA}" presName="desTx" presStyleLbl="revTx" presStyleIdx="1" presStyleCnt="6">
        <dgm:presLayoutVars/>
      </dgm:prSet>
      <dgm:spPr/>
    </dgm:pt>
    <dgm:pt modelId="{435A0762-551C-453C-BE4C-304842E70D8E}" type="pres">
      <dgm:prSet presAssocID="{C9D98B1B-4C7E-42A6-9F97-F711D0705404}" presName="sibTrans" presStyleCnt="0"/>
      <dgm:spPr/>
    </dgm:pt>
    <dgm:pt modelId="{2578B88C-F9C6-4BBB-88A4-B4E77888C8A9}" type="pres">
      <dgm:prSet presAssocID="{7430466F-27BF-4455-8441-2846A0618848}" presName="compNode" presStyleCnt="0"/>
      <dgm:spPr/>
    </dgm:pt>
    <dgm:pt modelId="{9D910FFB-FD4B-4A3D-B425-DAC46FA3F248}" type="pres">
      <dgm:prSet presAssocID="{7430466F-27BF-4455-8441-2846A06188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CE850249-EF38-4962-B729-F7AD84D206B0}" type="pres">
      <dgm:prSet presAssocID="{7430466F-27BF-4455-8441-2846A0618848}" presName="iconSpace" presStyleCnt="0"/>
      <dgm:spPr/>
    </dgm:pt>
    <dgm:pt modelId="{99F5A994-2503-456F-8AA0-7CCA1787F953}" type="pres">
      <dgm:prSet presAssocID="{7430466F-27BF-4455-8441-2846A0618848}" presName="parTx" presStyleLbl="revTx" presStyleIdx="2" presStyleCnt="6">
        <dgm:presLayoutVars>
          <dgm:chMax val="0"/>
          <dgm:chPref val="0"/>
        </dgm:presLayoutVars>
      </dgm:prSet>
      <dgm:spPr/>
    </dgm:pt>
    <dgm:pt modelId="{F1783588-FB7B-408D-9559-75855B0608C0}" type="pres">
      <dgm:prSet presAssocID="{7430466F-27BF-4455-8441-2846A0618848}" presName="txSpace" presStyleCnt="0"/>
      <dgm:spPr/>
    </dgm:pt>
    <dgm:pt modelId="{FD2566B2-A12A-41FF-B080-1910C3198D88}" type="pres">
      <dgm:prSet presAssocID="{7430466F-27BF-4455-8441-2846A0618848}" presName="desTx" presStyleLbl="revTx" presStyleIdx="3" presStyleCnt="6">
        <dgm:presLayoutVars/>
      </dgm:prSet>
      <dgm:spPr/>
    </dgm:pt>
    <dgm:pt modelId="{DC482E63-80A2-4269-AB57-5A7E0B07285D}" type="pres">
      <dgm:prSet presAssocID="{DD93DF62-8AB1-4C51-B1EF-11C6856C98D2}" presName="sibTrans" presStyleCnt="0"/>
      <dgm:spPr/>
    </dgm:pt>
    <dgm:pt modelId="{ADDC6AC3-0681-4D89-8D83-68841F18FDCB}" type="pres">
      <dgm:prSet presAssocID="{7AE4F504-7E19-41CA-A649-7551271A95F5}" presName="compNode" presStyleCnt="0"/>
      <dgm:spPr/>
    </dgm:pt>
    <dgm:pt modelId="{38464239-F011-4CD3-A702-49EA42F73DB6}" type="pres">
      <dgm:prSet presAssocID="{7AE4F504-7E19-41CA-A649-7551271A95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989B5C2-E179-4C9D-83FB-77B087D8DB12}" type="pres">
      <dgm:prSet presAssocID="{7AE4F504-7E19-41CA-A649-7551271A95F5}" presName="iconSpace" presStyleCnt="0"/>
      <dgm:spPr/>
    </dgm:pt>
    <dgm:pt modelId="{2122FA13-92B5-42D7-B38B-B8DC924EB300}" type="pres">
      <dgm:prSet presAssocID="{7AE4F504-7E19-41CA-A649-7551271A95F5}" presName="parTx" presStyleLbl="revTx" presStyleIdx="4" presStyleCnt="6">
        <dgm:presLayoutVars>
          <dgm:chMax val="0"/>
          <dgm:chPref val="0"/>
        </dgm:presLayoutVars>
      </dgm:prSet>
      <dgm:spPr/>
    </dgm:pt>
    <dgm:pt modelId="{AB999D2E-4BA7-460A-ACD4-E56D43802372}" type="pres">
      <dgm:prSet presAssocID="{7AE4F504-7E19-41CA-A649-7551271A95F5}" presName="txSpace" presStyleCnt="0"/>
      <dgm:spPr/>
    </dgm:pt>
    <dgm:pt modelId="{834579D2-2167-4C49-BC57-61472060CB5C}" type="pres">
      <dgm:prSet presAssocID="{7AE4F504-7E19-41CA-A649-7551271A95F5}" presName="desTx" presStyleLbl="revTx" presStyleIdx="5" presStyleCnt="6">
        <dgm:presLayoutVars/>
      </dgm:prSet>
      <dgm:spPr/>
    </dgm:pt>
  </dgm:ptLst>
  <dgm:cxnLst>
    <dgm:cxn modelId="{26F2E70F-21FA-44E6-8E09-017A7B96D16A}" type="presOf" srcId="{7AE4F504-7E19-41CA-A649-7551271A95F5}" destId="{2122FA13-92B5-42D7-B38B-B8DC924EB300}" srcOrd="0" destOrd="0" presId="urn:microsoft.com/office/officeart/2018/2/layout/IconLabelDescriptionList"/>
    <dgm:cxn modelId="{34B4EC45-A4BE-4F8D-A1F4-FFB37A77DCBD}" srcId="{89DBCBB7-2EB2-4251-AF13-8C6918143689}" destId="{B6D7ECBF-1003-48BC-B55B-FB1EE17044EA}" srcOrd="0" destOrd="0" parTransId="{E8A88C27-BAF6-43F0-9858-E02D7CDE2077}" sibTransId="{C9D98B1B-4C7E-42A6-9F97-F711D0705404}"/>
    <dgm:cxn modelId="{87AB464E-61F6-4EF3-BEAF-6D9FB65414DC}" srcId="{B6D7ECBF-1003-48BC-B55B-FB1EE17044EA}" destId="{B3F21E8E-49EC-4C3D-BD22-6959693C02AE}" srcOrd="0" destOrd="0" parTransId="{9E710D1A-63B7-4B2B-B050-EBED03B20BED}" sibTransId="{E4216012-96D6-4E35-8B67-F69A22599BAD}"/>
    <dgm:cxn modelId="{D2A75571-EA58-4F2A-8B52-774A9F4CFEF3}" type="presOf" srcId="{89DBCBB7-2EB2-4251-AF13-8C6918143689}" destId="{0BE04940-E3F2-47D0-BE2C-5883D5611290}" srcOrd="0" destOrd="0" presId="urn:microsoft.com/office/officeart/2018/2/layout/IconLabelDescriptionList"/>
    <dgm:cxn modelId="{64A67978-7849-47D2-98A4-4949B08C4DCE}" srcId="{89DBCBB7-2EB2-4251-AF13-8C6918143689}" destId="{7430466F-27BF-4455-8441-2846A0618848}" srcOrd="1" destOrd="0" parTransId="{CFC2077E-E7DA-4C16-9524-7A8D8BABAECC}" sibTransId="{DD93DF62-8AB1-4C51-B1EF-11C6856C98D2}"/>
    <dgm:cxn modelId="{0925C6AF-654E-45CB-A634-C7FB77356EA3}" srcId="{89DBCBB7-2EB2-4251-AF13-8C6918143689}" destId="{7AE4F504-7E19-41CA-A649-7551271A95F5}" srcOrd="2" destOrd="0" parTransId="{87F1B8BC-124B-48F9-BA72-1FC5D35BF3AA}" sibTransId="{13CC37D5-8256-4C29-92F6-657442D70D4B}"/>
    <dgm:cxn modelId="{7D32EFBE-0F04-407F-BD6F-660DBCAFA5D1}" srcId="{7AE4F504-7E19-41CA-A649-7551271A95F5}" destId="{2816600B-3796-4477-9CAD-9BD00C667A53}" srcOrd="0" destOrd="0" parTransId="{B6B68DE7-1F3A-4A18-BAD9-81041FD8629E}" sibTransId="{2538F2DF-B868-413C-8FB5-C06A86EC7F29}"/>
    <dgm:cxn modelId="{A362E5CA-DC16-423E-A64B-E98D35A905D6}" type="presOf" srcId="{CAC9573E-3508-4468-912F-89C1A6813ABE}" destId="{FD2566B2-A12A-41FF-B080-1910C3198D88}" srcOrd="0" destOrd="0" presId="urn:microsoft.com/office/officeart/2018/2/layout/IconLabelDescriptionList"/>
    <dgm:cxn modelId="{5065DFCD-3F7D-401F-B3A2-F2E909129773}" type="presOf" srcId="{B3F21E8E-49EC-4C3D-BD22-6959693C02AE}" destId="{38AFE88C-8DCB-4F34-B7B4-04DA8AA6B746}" srcOrd="0" destOrd="0" presId="urn:microsoft.com/office/officeart/2018/2/layout/IconLabelDescriptionList"/>
    <dgm:cxn modelId="{86631DD0-5F71-4A8A-8860-51E3CFF809DD}" type="presOf" srcId="{B6D7ECBF-1003-48BC-B55B-FB1EE17044EA}" destId="{B44F6D3A-3A5F-401C-841E-E2030F68318C}" srcOrd="0" destOrd="0" presId="urn:microsoft.com/office/officeart/2018/2/layout/IconLabelDescriptionList"/>
    <dgm:cxn modelId="{874A04DE-C570-47A1-92BE-F77C9F8EC99F}" type="presOf" srcId="{7430466F-27BF-4455-8441-2846A0618848}" destId="{99F5A994-2503-456F-8AA0-7CCA1787F953}" srcOrd="0" destOrd="0" presId="urn:microsoft.com/office/officeart/2018/2/layout/IconLabelDescriptionList"/>
    <dgm:cxn modelId="{991759DF-B691-4F5A-B610-1798F212707D}" type="presOf" srcId="{2816600B-3796-4477-9CAD-9BD00C667A53}" destId="{834579D2-2167-4C49-BC57-61472060CB5C}" srcOrd="0" destOrd="0" presId="urn:microsoft.com/office/officeart/2018/2/layout/IconLabelDescriptionList"/>
    <dgm:cxn modelId="{9A8875F5-0199-44AD-8400-34D31910EB1E}" srcId="{7430466F-27BF-4455-8441-2846A0618848}" destId="{CAC9573E-3508-4468-912F-89C1A6813ABE}" srcOrd="0" destOrd="0" parTransId="{0C2FCD21-2FFA-4569-A505-E00483D89020}" sibTransId="{111E6B5C-6426-4E0E-9A38-BC37D88D8100}"/>
    <dgm:cxn modelId="{03E22CF0-F4CC-4CA0-9568-CE1616813B52}" type="presParOf" srcId="{0BE04940-E3F2-47D0-BE2C-5883D5611290}" destId="{D17449CA-992F-4E80-8EE9-F72DFC78DA22}" srcOrd="0" destOrd="0" presId="urn:microsoft.com/office/officeart/2018/2/layout/IconLabelDescriptionList"/>
    <dgm:cxn modelId="{05333322-7A53-408E-A0B5-077E9FC9D5AA}" type="presParOf" srcId="{D17449CA-992F-4E80-8EE9-F72DFC78DA22}" destId="{C5C79A0D-4A7F-496A-AE6C-24492353247A}" srcOrd="0" destOrd="0" presId="urn:microsoft.com/office/officeart/2018/2/layout/IconLabelDescriptionList"/>
    <dgm:cxn modelId="{9E0D6906-2FB3-46E2-8C0D-EECB52178CD6}" type="presParOf" srcId="{D17449CA-992F-4E80-8EE9-F72DFC78DA22}" destId="{E8C84EE6-8524-438E-B170-34EAD94CCF7B}" srcOrd="1" destOrd="0" presId="urn:microsoft.com/office/officeart/2018/2/layout/IconLabelDescriptionList"/>
    <dgm:cxn modelId="{FB521852-62C2-44B3-AE94-6F650774E257}" type="presParOf" srcId="{D17449CA-992F-4E80-8EE9-F72DFC78DA22}" destId="{B44F6D3A-3A5F-401C-841E-E2030F68318C}" srcOrd="2" destOrd="0" presId="urn:microsoft.com/office/officeart/2018/2/layout/IconLabelDescriptionList"/>
    <dgm:cxn modelId="{4DDAE64A-95FA-4DD0-84E1-B98FF13A958B}" type="presParOf" srcId="{D17449CA-992F-4E80-8EE9-F72DFC78DA22}" destId="{0E7EE1D6-148B-40D3-93DF-4A5958CAD0F2}" srcOrd="3" destOrd="0" presId="urn:microsoft.com/office/officeart/2018/2/layout/IconLabelDescriptionList"/>
    <dgm:cxn modelId="{B45EDDDD-F4DC-47D0-83DF-A70A795D9244}" type="presParOf" srcId="{D17449CA-992F-4E80-8EE9-F72DFC78DA22}" destId="{38AFE88C-8DCB-4F34-B7B4-04DA8AA6B746}" srcOrd="4" destOrd="0" presId="urn:microsoft.com/office/officeart/2018/2/layout/IconLabelDescriptionList"/>
    <dgm:cxn modelId="{A4BD0033-C296-4B07-9F70-B372F289059A}" type="presParOf" srcId="{0BE04940-E3F2-47D0-BE2C-5883D5611290}" destId="{435A0762-551C-453C-BE4C-304842E70D8E}" srcOrd="1" destOrd="0" presId="urn:microsoft.com/office/officeart/2018/2/layout/IconLabelDescriptionList"/>
    <dgm:cxn modelId="{761A36FD-CD8A-4563-A4A8-ADD9FBC201D0}" type="presParOf" srcId="{0BE04940-E3F2-47D0-BE2C-5883D5611290}" destId="{2578B88C-F9C6-4BBB-88A4-B4E77888C8A9}" srcOrd="2" destOrd="0" presId="urn:microsoft.com/office/officeart/2018/2/layout/IconLabelDescriptionList"/>
    <dgm:cxn modelId="{FEE6939D-9FDA-4F42-8860-6A806AC4597F}" type="presParOf" srcId="{2578B88C-F9C6-4BBB-88A4-B4E77888C8A9}" destId="{9D910FFB-FD4B-4A3D-B425-DAC46FA3F248}" srcOrd="0" destOrd="0" presId="urn:microsoft.com/office/officeart/2018/2/layout/IconLabelDescriptionList"/>
    <dgm:cxn modelId="{3DF191E7-2762-436B-93E5-056FACF0A069}" type="presParOf" srcId="{2578B88C-F9C6-4BBB-88A4-B4E77888C8A9}" destId="{CE850249-EF38-4962-B729-F7AD84D206B0}" srcOrd="1" destOrd="0" presId="urn:microsoft.com/office/officeart/2018/2/layout/IconLabelDescriptionList"/>
    <dgm:cxn modelId="{1B45538F-82CC-45AD-B9E1-D35D61F745E3}" type="presParOf" srcId="{2578B88C-F9C6-4BBB-88A4-B4E77888C8A9}" destId="{99F5A994-2503-456F-8AA0-7CCA1787F953}" srcOrd="2" destOrd="0" presId="urn:microsoft.com/office/officeart/2018/2/layout/IconLabelDescriptionList"/>
    <dgm:cxn modelId="{2BAB2365-C5C4-40EC-8066-7DCDD460E372}" type="presParOf" srcId="{2578B88C-F9C6-4BBB-88A4-B4E77888C8A9}" destId="{F1783588-FB7B-408D-9559-75855B0608C0}" srcOrd="3" destOrd="0" presId="urn:microsoft.com/office/officeart/2018/2/layout/IconLabelDescriptionList"/>
    <dgm:cxn modelId="{E9971628-9B7B-43C2-9B72-8897F184E08E}" type="presParOf" srcId="{2578B88C-F9C6-4BBB-88A4-B4E77888C8A9}" destId="{FD2566B2-A12A-41FF-B080-1910C3198D88}" srcOrd="4" destOrd="0" presId="urn:microsoft.com/office/officeart/2018/2/layout/IconLabelDescriptionList"/>
    <dgm:cxn modelId="{40C3BE0B-C4E7-452B-8BE2-C11D245BC717}" type="presParOf" srcId="{0BE04940-E3F2-47D0-BE2C-5883D5611290}" destId="{DC482E63-80A2-4269-AB57-5A7E0B07285D}" srcOrd="3" destOrd="0" presId="urn:microsoft.com/office/officeart/2018/2/layout/IconLabelDescriptionList"/>
    <dgm:cxn modelId="{812E8CF4-B6AE-434A-83C4-528717776EB2}" type="presParOf" srcId="{0BE04940-E3F2-47D0-BE2C-5883D5611290}" destId="{ADDC6AC3-0681-4D89-8D83-68841F18FDCB}" srcOrd="4" destOrd="0" presId="urn:microsoft.com/office/officeart/2018/2/layout/IconLabelDescriptionList"/>
    <dgm:cxn modelId="{864AACAC-7910-45B2-99FF-D2D4C7516B77}" type="presParOf" srcId="{ADDC6AC3-0681-4D89-8D83-68841F18FDCB}" destId="{38464239-F011-4CD3-A702-49EA42F73DB6}" srcOrd="0" destOrd="0" presId="urn:microsoft.com/office/officeart/2018/2/layout/IconLabelDescriptionList"/>
    <dgm:cxn modelId="{C72C3084-3444-426E-8297-C75FB30E6269}" type="presParOf" srcId="{ADDC6AC3-0681-4D89-8D83-68841F18FDCB}" destId="{9989B5C2-E179-4C9D-83FB-77B087D8DB12}" srcOrd="1" destOrd="0" presId="urn:microsoft.com/office/officeart/2018/2/layout/IconLabelDescriptionList"/>
    <dgm:cxn modelId="{FC0BB772-E9C0-4404-9F86-51E0BB2C09F6}" type="presParOf" srcId="{ADDC6AC3-0681-4D89-8D83-68841F18FDCB}" destId="{2122FA13-92B5-42D7-B38B-B8DC924EB300}" srcOrd="2" destOrd="0" presId="urn:microsoft.com/office/officeart/2018/2/layout/IconLabelDescriptionList"/>
    <dgm:cxn modelId="{82BE60C8-1057-467F-A4A7-DD219FF6A9D3}" type="presParOf" srcId="{ADDC6AC3-0681-4D89-8D83-68841F18FDCB}" destId="{AB999D2E-4BA7-460A-ACD4-E56D43802372}" srcOrd="3" destOrd="0" presId="urn:microsoft.com/office/officeart/2018/2/layout/IconLabelDescriptionList"/>
    <dgm:cxn modelId="{7EBD87D0-A358-4206-B878-895BEBF07A8A}" type="presParOf" srcId="{ADDC6AC3-0681-4D89-8D83-68841F18FDCB}" destId="{834579D2-2167-4C49-BC57-61472060CB5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E8FF89-9037-49AF-84CA-BD5F6E2830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A10682-1AAC-4862-ADF4-1758C6325811}">
      <dgm:prSet/>
      <dgm:spPr/>
      <dgm:t>
        <a:bodyPr/>
        <a:lstStyle/>
        <a:p>
          <a:r>
            <a:rPr lang="en-US"/>
            <a:t>AI Usage &amp; Impact</a:t>
          </a:r>
        </a:p>
      </dgm:t>
    </dgm:pt>
    <dgm:pt modelId="{2F697158-904F-4398-8130-95832F30AD9D}" type="parTrans" cxnId="{CC29EEB8-7FF6-4B21-B237-996D2904CF25}">
      <dgm:prSet/>
      <dgm:spPr/>
      <dgm:t>
        <a:bodyPr/>
        <a:lstStyle/>
        <a:p>
          <a:endParaRPr lang="en-US"/>
        </a:p>
      </dgm:t>
    </dgm:pt>
    <dgm:pt modelId="{7631DBAD-3DBC-4A8D-B388-5E816CC143E4}" type="sibTrans" cxnId="{CC29EEB8-7FF6-4B21-B237-996D2904CF25}">
      <dgm:prSet/>
      <dgm:spPr/>
      <dgm:t>
        <a:bodyPr/>
        <a:lstStyle/>
        <a:p>
          <a:endParaRPr lang="en-US"/>
        </a:p>
      </dgm:t>
    </dgm:pt>
    <dgm:pt modelId="{EC01810F-A81D-4D37-B5FD-608599E24360}">
      <dgm:prSet/>
      <dgm:spPr/>
      <dgm:t>
        <a:bodyPr/>
        <a:lstStyle/>
        <a:p>
          <a:r>
            <a:rPr lang="en-US"/>
            <a:t>AI was not used explicitly during this sprint</a:t>
          </a:r>
        </a:p>
      </dgm:t>
    </dgm:pt>
    <dgm:pt modelId="{D120F123-B250-4794-864D-5BD73CCACB55}" type="parTrans" cxnId="{BA64B8A9-9436-478E-B557-26B911E2C76A}">
      <dgm:prSet/>
      <dgm:spPr/>
      <dgm:t>
        <a:bodyPr/>
        <a:lstStyle/>
        <a:p>
          <a:endParaRPr lang="en-US"/>
        </a:p>
      </dgm:t>
    </dgm:pt>
    <dgm:pt modelId="{645EAE74-CE04-4F0B-A2BF-012BA0DE562B}" type="sibTrans" cxnId="{BA64B8A9-9436-478E-B557-26B911E2C76A}">
      <dgm:prSet/>
      <dgm:spPr/>
      <dgm:t>
        <a:bodyPr/>
        <a:lstStyle/>
        <a:p>
          <a:endParaRPr lang="en-US"/>
        </a:p>
      </dgm:t>
    </dgm:pt>
    <dgm:pt modelId="{C6B35C2B-689A-431E-B6DF-F6E9A248945B}">
      <dgm:prSet/>
      <dgm:spPr/>
      <dgm:t>
        <a:bodyPr/>
        <a:lstStyle/>
        <a:p>
          <a:r>
            <a:rPr lang="en-US"/>
            <a:t>However, basis of user interface design was generated using ChatGPT during Sprint 1</a:t>
          </a:r>
        </a:p>
      </dgm:t>
    </dgm:pt>
    <dgm:pt modelId="{A97ADB83-B6FF-492A-BEEF-48433FFE47B1}" type="parTrans" cxnId="{57080273-37ED-4CBD-A711-D02857D4F489}">
      <dgm:prSet/>
      <dgm:spPr/>
      <dgm:t>
        <a:bodyPr/>
        <a:lstStyle/>
        <a:p>
          <a:endParaRPr lang="en-US"/>
        </a:p>
      </dgm:t>
    </dgm:pt>
    <dgm:pt modelId="{261ADB59-689D-4C09-A297-05850CA613D8}" type="sibTrans" cxnId="{57080273-37ED-4CBD-A711-D02857D4F489}">
      <dgm:prSet/>
      <dgm:spPr/>
      <dgm:t>
        <a:bodyPr/>
        <a:lstStyle/>
        <a:p>
          <a:endParaRPr lang="en-US"/>
        </a:p>
      </dgm:t>
    </dgm:pt>
    <dgm:pt modelId="{0A69E68C-C6FA-4B54-B5A9-C4747682F7D0}">
      <dgm:prSet/>
      <dgm:spPr/>
      <dgm:t>
        <a:bodyPr/>
        <a:lstStyle/>
        <a:p>
          <a:r>
            <a:rPr lang="en-US"/>
            <a:t>Allowed our team to focus on feature implementation since clients emphasized that UI design is not a high priority in this project</a:t>
          </a:r>
        </a:p>
      </dgm:t>
    </dgm:pt>
    <dgm:pt modelId="{F293AF7D-54DB-454B-849D-5979771B153A}" type="parTrans" cxnId="{4ECEBABF-27FE-4243-8B18-8D72795A02C1}">
      <dgm:prSet/>
      <dgm:spPr/>
      <dgm:t>
        <a:bodyPr/>
        <a:lstStyle/>
        <a:p>
          <a:endParaRPr lang="en-US"/>
        </a:p>
      </dgm:t>
    </dgm:pt>
    <dgm:pt modelId="{6FA3BE1F-C16D-45F9-AB74-31142FCC1C0E}" type="sibTrans" cxnId="{4ECEBABF-27FE-4243-8B18-8D72795A02C1}">
      <dgm:prSet/>
      <dgm:spPr/>
      <dgm:t>
        <a:bodyPr/>
        <a:lstStyle/>
        <a:p>
          <a:endParaRPr lang="en-US"/>
        </a:p>
      </dgm:t>
    </dgm:pt>
    <dgm:pt modelId="{C2AD5761-0C3B-460F-8057-0E9B56BFE9D6}">
      <dgm:prSet/>
      <dgm:spPr/>
      <dgm:t>
        <a:bodyPr/>
        <a:lstStyle/>
        <a:p>
          <a:r>
            <a:rPr lang="en-US"/>
            <a:t>Limitations &amp; Accountability</a:t>
          </a:r>
        </a:p>
      </dgm:t>
    </dgm:pt>
    <dgm:pt modelId="{8716CD64-A109-4550-8AB7-E5E014A30A35}" type="parTrans" cxnId="{7C1F1EF5-3556-4690-A8A5-ADD964A143B2}">
      <dgm:prSet/>
      <dgm:spPr/>
      <dgm:t>
        <a:bodyPr/>
        <a:lstStyle/>
        <a:p>
          <a:endParaRPr lang="en-US"/>
        </a:p>
      </dgm:t>
    </dgm:pt>
    <dgm:pt modelId="{6C17F08A-CF76-4783-9A21-55B3ED7405BA}" type="sibTrans" cxnId="{7C1F1EF5-3556-4690-A8A5-ADD964A143B2}">
      <dgm:prSet/>
      <dgm:spPr/>
      <dgm:t>
        <a:bodyPr/>
        <a:lstStyle/>
        <a:p>
          <a:endParaRPr lang="en-US"/>
        </a:p>
      </dgm:t>
    </dgm:pt>
    <dgm:pt modelId="{791D63A0-464B-4599-9B2E-1CC003C44C62}">
      <dgm:prSet/>
      <dgm:spPr/>
      <dgm:t>
        <a:bodyPr/>
        <a:lstStyle/>
        <a:p>
          <a:r>
            <a:rPr lang="en-US"/>
            <a:t>Team is continuously verifying AI-assisted content when creating new features</a:t>
          </a:r>
        </a:p>
      </dgm:t>
    </dgm:pt>
    <dgm:pt modelId="{10AB5E3E-4171-4209-86A2-D749FAA55040}" type="parTrans" cxnId="{F0B8BADE-CA97-4781-BD65-5B4036FEE19B}">
      <dgm:prSet/>
      <dgm:spPr/>
      <dgm:t>
        <a:bodyPr/>
        <a:lstStyle/>
        <a:p>
          <a:endParaRPr lang="en-US"/>
        </a:p>
      </dgm:t>
    </dgm:pt>
    <dgm:pt modelId="{F4508AA1-8F6E-4016-A417-C1565E078A56}" type="sibTrans" cxnId="{F0B8BADE-CA97-4781-BD65-5B4036FEE19B}">
      <dgm:prSet/>
      <dgm:spPr/>
      <dgm:t>
        <a:bodyPr/>
        <a:lstStyle/>
        <a:p>
          <a:endParaRPr lang="en-US"/>
        </a:p>
      </dgm:t>
    </dgm:pt>
    <dgm:pt modelId="{2A43AB30-101E-48C6-844C-528740AB30A2}">
      <dgm:prSet/>
      <dgm:spPr/>
      <dgm:t>
        <a:bodyPr/>
        <a:lstStyle/>
        <a:p>
          <a:r>
            <a:rPr lang="en-US"/>
            <a:t>Refinements made based on the initial AI-assisted UI design</a:t>
          </a:r>
        </a:p>
      </dgm:t>
    </dgm:pt>
    <dgm:pt modelId="{7075925D-4D80-4E6A-9277-15133E0B693C}" type="parTrans" cxnId="{3BF21F1C-0E85-4069-B683-058A7262E2B4}">
      <dgm:prSet/>
      <dgm:spPr/>
      <dgm:t>
        <a:bodyPr/>
        <a:lstStyle/>
        <a:p>
          <a:endParaRPr lang="en-US"/>
        </a:p>
      </dgm:t>
    </dgm:pt>
    <dgm:pt modelId="{A4F2B607-3BAB-4927-B85D-A68B585FD932}" type="sibTrans" cxnId="{3BF21F1C-0E85-4069-B683-058A7262E2B4}">
      <dgm:prSet/>
      <dgm:spPr/>
      <dgm:t>
        <a:bodyPr/>
        <a:lstStyle/>
        <a:p>
          <a:endParaRPr lang="en-US"/>
        </a:p>
      </dgm:t>
    </dgm:pt>
    <dgm:pt modelId="{5C9A3BDF-AB50-4417-A56F-8B4382D3E38C}">
      <dgm:prSet/>
      <dgm:spPr/>
      <dgm:t>
        <a:bodyPr/>
        <a:lstStyle/>
        <a:p>
          <a:r>
            <a:rPr lang="en-US"/>
            <a:t>All final decisions and deliverables remain the team’s responsibility</a:t>
          </a:r>
        </a:p>
      </dgm:t>
    </dgm:pt>
    <dgm:pt modelId="{4ACCA765-097E-4A1C-B65A-4093614AF767}" type="parTrans" cxnId="{F4692E4C-C66B-4423-893F-FBED070B7885}">
      <dgm:prSet/>
      <dgm:spPr/>
      <dgm:t>
        <a:bodyPr/>
        <a:lstStyle/>
        <a:p>
          <a:endParaRPr lang="en-US"/>
        </a:p>
      </dgm:t>
    </dgm:pt>
    <dgm:pt modelId="{122B6092-3157-4D3F-B8C7-5418DC908070}" type="sibTrans" cxnId="{F4692E4C-C66B-4423-893F-FBED070B7885}">
      <dgm:prSet/>
      <dgm:spPr/>
      <dgm:t>
        <a:bodyPr/>
        <a:lstStyle/>
        <a:p>
          <a:endParaRPr lang="en-US"/>
        </a:p>
      </dgm:t>
    </dgm:pt>
    <dgm:pt modelId="{30D41160-5FEB-4ADF-80A4-0E2638C70659}" type="pres">
      <dgm:prSet presAssocID="{33E8FF89-9037-49AF-84CA-BD5F6E2830CE}" presName="linear" presStyleCnt="0">
        <dgm:presLayoutVars>
          <dgm:animLvl val="lvl"/>
          <dgm:resizeHandles val="exact"/>
        </dgm:presLayoutVars>
      </dgm:prSet>
      <dgm:spPr/>
    </dgm:pt>
    <dgm:pt modelId="{7D6F3EAA-6EE8-444F-9721-E93DEB64B72C}" type="pres">
      <dgm:prSet presAssocID="{F2A10682-1AAC-4862-ADF4-1758C63258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ACB4F2B-28B7-40EE-9A4E-449FD8D6DA6B}" type="pres">
      <dgm:prSet presAssocID="{F2A10682-1AAC-4862-ADF4-1758C6325811}" presName="childText" presStyleLbl="revTx" presStyleIdx="0" presStyleCnt="2">
        <dgm:presLayoutVars>
          <dgm:bulletEnabled val="1"/>
        </dgm:presLayoutVars>
      </dgm:prSet>
      <dgm:spPr/>
    </dgm:pt>
    <dgm:pt modelId="{31F155E9-8BFE-430B-AE10-A12ADB76B321}" type="pres">
      <dgm:prSet presAssocID="{C2AD5761-0C3B-460F-8057-0E9B56BFE9D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7F9823-4837-493B-937E-F4DC8AADC0CA}" type="pres">
      <dgm:prSet presAssocID="{C2AD5761-0C3B-460F-8057-0E9B56BFE9D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5EB7A0B-77D4-4D18-951F-F4C14DE7882D}" type="presOf" srcId="{EC01810F-A81D-4D37-B5FD-608599E24360}" destId="{9ACB4F2B-28B7-40EE-9A4E-449FD8D6DA6B}" srcOrd="0" destOrd="0" presId="urn:microsoft.com/office/officeart/2005/8/layout/vList2"/>
    <dgm:cxn modelId="{3BF21F1C-0E85-4069-B683-058A7262E2B4}" srcId="{C2AD5761-0C3B-460F-8057-0E9B56BFE9D6}" destId="{2A43AB30-101E-48C6-844C-528740AB30A2}" srcOrd="1" destOrd="0" parTransId="{7075925D-4D80-4E6A-9277-15133E0B693C}" sibTransId="{A4F2B607-3BAB-4927-B85D-A68B585FD932}"/>
    <dgm:cxn modelId="{4488BE24-1891-4CFC-A499-7F952BBF626E}" type="presOf" srcId="{0A69E68C-C6FA-4B54-B5A9-C4747682F7D0}" destId="{9ACB4F2B-28B7-40EE-9A4E-449FD8D6DA6B}" srcOrd="0" destOrd="2" presId="urn:microsoft.com/office/officeart/2005/8/layout/vList2"/>
    <dgm:cxn modelId="{90C28B42-45E0-419B-9F2E-78E6C2E4A3E9}" type="presOf" srcId="{33E8FF89-9037-49AF-84CA-BD5F6E2830CE}" destId="{30D41160-5FEB-4ADF-80A4-0E2638C70659}" srcOrd="0" destOrd="0" presId="urn:microsoft.com/office/officeart/2005/8/layout/vList2"/>
    <dgm:cxn modelId="{F4692E4C-C66B-4423-893F-FBED070B7885}" srcId="{C2AD5761-0C3B-460F-8057-0E9B56BFE9D6}" destId="{5C9A3BDF-AB50-4417-A56F-8B4382D3E38C}" srcOrd="2" destOrd="0" parTransId="{4ACCA765-097E-4A1C-B65A-4093614AF767}" sibTransId="{122B6092-3157-4D3F-B8C7-5418DC908070}"/>
    <dgm:cxn modelId="{C847BD6C-0A1E-4544-969D-71C4707E1426}" type="presOf" srcId="{2A43AB30-101E-48C6-844C-528740AB30A2}" destId="{D87F9823-4837-493B-937E-F4DC8AADC0CA}" srcOrd="0" destOrd="1" presId="urn:microsoft.com/office/officeart/2005/8/layout/vList2"/>
    <dgm:cxn modelId="{D939F252-8BAD-4F42-B88D-50704371A667}" type="presOf" srcId="{5C9A3BDF-AB50-4417-A56F-8B4382D3E38C}" destId="{D87F9823-4837-493B-937E-F4DC8AADC0CA}" srcOrd="0" destOrd="2" presId="urn:microsoft.com/office/officeart/2005/8/layout/vList2"/>
    <dgm:cxn modelId="{57080273-37ED-4CBD-A711-D02857D4F489}" srcId="{F2A10682-1AAC-4862-ADF4-1758C6325811}" destId="{C6B35C2B-689A-431E-B6DF-F6E9A248945B}" srcOrd="1" destOrd="0" parTransId="{A97ADB83-B6FF-492A-BEEF-48433FFE47B1}" sibTransId="{261ADB59-689D-4C09-A297-05850CA613D8}"/>
    <dgm:cxn modelId="{A9019E53-FAB4-4FA5-9385-390EEEA6AC24}" type="presOf" srcId="{791D63A0-464B-4599-9B2E-1CC003C44C62}" destId="{D87F9823-4837-493B-937E-F4DC8AADC0CA}" srcOrd="0" destOrd="0" presId="urn:microsoft.com/office/officeart/2005/8/layout/vList2"/>
    <dgm:cxn modelId="{8F32AB9C-D4AE-4611-A3AB-B9C544CEFDA2}" type="presOf" srcId="{C6B35C2B-689A-431E-B6DF-F6E9A248945B}" destId="{9ACB4F2B-28B7-40EE-9A4E-449FD8D6DA6B}" srcOrd="0" destOrd="1" presId="urn:microsoft.com/office/officeart/2005/8/layout/vList2"/>
    <dgm:cxn modelId="{BA64B8A9-9436-478E-B557-26B911E2C76A}" srcId="{F2A10682-1AAC-4862-ADF4-1758C6325811}" destId="{EC01810F-A81D-4D37-B5FD-608599E24360}" srcOrd="0" destOrd="0" parTransId="{D120F123-B250-4794-864D-5BD73CCACB55}" sibTransId="{645EAE74-CE04-4F0B-A2BF-012BA0DE562B}"/>
    <dgm:cxn modelId="{CC29EEB8-7FF6-4B21-B237-996D2904CF25}" srcId="{33E8FF89-9037-49AF-84CA-BD5F6E2830CE}" destId="{F2A10682-1AAC-4862-ADF4-1758C6325811}" srcOrd="0" destOrd="0" parTransId="{2F697158-904F-4398-8130-95832F30AD9D}" sibTransId="{7631DBAD-3DBC-4A8D-B388-5E816CC143E4}"/>
    <dgm:cxn modelId="{4ECEBABF-27FE-4243-8B18-8D72795A02C1}" srcId="{F2A10682-1AAC-4862-ADF4-1758C6325811}" destId="{0A69E68C-C6FA-4B54-B5A9-C4747682F7D0}" srcOrd="2" destOrd="0" parTransId="{F293AF7D-54DB-454B-849D-5979771B153A}" sibTransId="{6FA3BE1F-C16D-45F9-AB74-31142FCC1C0E}"/>
    <dgm:cxn modelId="{C8DC6CCD-E8F5-4C70-8CB3-969D6B4124C7}" type="presOf" srcId="{F2A10682-1AAC-4862-ADF4-1758C6325811}" destId="{7D6F3EAA-6EE8-444F-9721-E93DEB64B72C}" srcOrd="0" destOrd="0" presId="urn:microsoft.com/office/officeart/2005/8/layout/vList2"/>
    <dgm:cxn modelId="{F0B8BADE-CA97-4781-BD65-5B4036FEE19B}" srcId="{C2AD5761-0C3B-460F-8057-0E9B56BFE9D6}" destId="{791D63A0-464B-4599-9B2E-1CC003C44C62}" srcOrd="0" destOrd="0" parTransId="{10AB5E3E-4171-4209-86A2-D749FAA55040}" sibTransId="{F4508AA1-8F6E-4016-A417-C1565E078A56}"/>
    <dgm:cxn modelId="{FD2EC7F3-6C46-48B7-BA91-1ADEA33C282E}" type="presOf" srcId="{C2AD5761-0C3B-460F-8057-0E9B56BFE9D6}" destId="{31F155E9-8BFE-430B-AE10-A12ADB76B321}" srcOrd="0" destOrd="0" presId="urn:microsoft.com/office/officeart/2005/8/layout/vList2"/>
    <dgm:cxn modelId="{7C1F1EF5-3556-4690-A8A5-ADD964A143B2}" srcId="{33E8FF89-9037-49AF-84CA-BD5F6E2830CE}" destId="{C2AD5761-0C3B-460F-8057-0E9B56BFE9D6}" srcOrd="1" destOrd="0" parTransId="{8716CD64-A109-4550-8AB7-E5E014A30A35}" sibTransId="{6C17F08A-CF76-4783-9A21-55B3ED7405BA}"/>
    <dgm:cxn modelId="{0015D3B4-73D2-4E3A-BA2C-7768A5D32692}" type="presParOf" srcId="{30D41160-5FEB-4ADF-80A4-0E2638C70659}" destId="{7D6F3EAA-6EE8-444F-9721-E93DEB64B72C}" srcOrd="0" destOrd="0" presId="urn:microsoft.com/office/officeart/2005/8/layout/vList2"/>
    <dgm:cxn modelId="{885EA527-8B83-4BC2-9764-7E698A9A8748}" type="presParOf" srcId="{30D41160-5FEB-4ADF-80A4-0E2638C70659}" destId="{9ACB4F2B-28B7-40EE-9A4E-449FD8D6DA6B}" srcOrd="1" destOrd="0" presId="urn:microsoft.com/office/officeart/2005/8/layout/vList2"/>
    <dgm:cxn modelId="{2F1525BD-398A-411E-854E-5C6E5FBDAB48}" type="presParOf" srcId="{30D41160-5FEB-4ADF-80A4-0E2638C70659}" destId="{31F155E9-8BFE-430B-AE10-A12ADB76B321}" srcOrd="2" destOrd="0" presId="urn:microsoft.com/office/officeart/2005/8/layout/vList2"/>
    <dgm:cxn modelId="{339F1213-E2DA-43CC-93F4-674B3D6D4097}" type="presParOf" srcId="{30D41160-5FEB-4ADF-80A4-0E2638C70659}" destId="{D87F9823-4837-493B-937E-F4DC8AADC0C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E8A043-F904-41D3-80BF-6E0320016E8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17CD74-7017-42D5-80E8-69873308424C}">
      <dgm:prSet/>
      <dgm:spPr/>
      <dgm:t>
        <a:bodyPr/>
        <a:lstStyle/>
        <a:p>
          <a:r>
            <a:rPr lang="en-US"/>
            <a:t>Upcoming Tasks</a:t>
          </a:r>
        </a:p>
      </dgm:t>
    </dgm:pt>
    <dgm:pt modelId="{17805460-77D6-42C4-8F4A-62C77087C15B}" type="parTrans" cxnId="{86324156-7AAE-4153-A871-383742C7A919}">
      <dgm:prSet/>
      <dgm:spPr/>
      <dgm:t>
        <a:bodyPr/>
        <a:lstStyle/>
        <a:p>
          <a:endParaRPr lang="en-US"/>
        </a:p>
      </dgm:t>
    </dgm:pt>
    <dgm:pt modelId="{9CD5847C-064F-4594-983C-5CC8F22CB49F}" type="sibTrans" cxnId="{86324156-7AAE-4153-A871-383742C7A919}">
      <dgm:prSet/>
      <dgm:spPr/>
      <dgm:t>
        <a:bodyPr/>
        <a:lstStyle/>
        <a:p>
          <a:endParaRPr lang="en-US"/>
        </a:p>
      </dgm:t>
    </dgm:pt>
    <dgm:pt modelId="{EDA907C1-90F4-4EFB-BDFA-0378E7CD7053}">
      <dgm:prSet/>
      <dgm:spPr/>
      <dgm:t>
        <a:bodyPr/>
        <a:lstStyle/>
        <a:p>
          <a:r>
            <a:rPr lang="en-US" dirty="0"/>
            <a:t>Volunteer features implementation </a:t>
          </a:r>
        </a:p>
      </dgm:t>
    </dgm:pt>
    <dgm:pt modelId="{43829624-4560-42BE-81BB-91A9BE58E9FC}" type="parTrans" cxnId="{8CC1A413-CEDA-45E5-9094-1227DB1B6CD8}">
      <dgm:prSet/>
      <dgm:spPr/>
      <dgm:t>
        <a:bodyPr/>
        <a:lstStyle/>
        <a:p>
          <a:endParaRPr lang="en-US"/>
        </a:p>
      </dgm:t>
    </dgm:pt>
    <dgm:pt modelId="{044417D6-B8BB-437B-984D-0335A7C5DFCF}" type="sibTrans" cxnId="{8CC1A413-CEDA-45E5-9094-1227DB1B6CD8}">
      <dgm:prSet/>
      <dgm:spPr/>
      <dgm:t>
        <a:bodyPr/>
        <a:lstStyle/>
        <a:p>
          <a:endParaRPr lang="en-US"/>
        </a:p>
      </dgm:t>
    </dgm:pt>
    <dgm:pt modelId="{0D678243-5FFC-4689-A05E-63AF912C0351}">
      <dgm:prSet/>
      <dgm:spPr/>
      <dgm:t>
        <a:bodyPr/>
        <a:lstStyle/>
        <a:p>
          <a:r>
            <a:rPr lang="en-US"/>
            <a:t>Sprint Retrospective </a:t>
          </a:r>
        </a:p>
      </dgm:t>
    </dgm:pt>
    <dgm:pt modelId="{B78B3A59-7DD1-4E9C-8265-7F41FAE29A15}" type="parTrans" cxnId="{6330599C-09AB-4C47-B948-EC949BF8F929}">
      <dgm:prSet/>
      <dgm:spPr/>
      <dgm:t>
        <a:bodyPr/>
        <a:lstStyle/>
        <a:p>
          <a:endParaRPr lang="en-US"/>
        </a:p>
      </dgm:t>
    </dgm:pt>
    <dgm:pt modelId="{8ABF907F-7B7B-4535-85A8-BA0F4CBC66A7}" type="sibTrans" cxnId="{6330599C-09AB-4C47-B948-EC949BF8F929}">
      <dgm:prSet/>
      <dgm:spPr/>
      <dgm:t>
        <a:bodyPr/>
        <a:lstStyle/>
        <a:p>
          <a:endParaRPr lang="en-US"/>
        </a:p>
      </dgm:t>
    </dgm:pt>
    <dgm:pt modelId="{E7BB5B91-321B-4BC9-BDC8-84C4A6AF47C8}">
      <dgm:prSet/>
      <dgm:spPr/>
      <dgm:t>
        <a:bodyPr/>
        <a:lstStyle/>
        <a:p>
          <a:r>
            <a:rPr lang="en-US" dirty="0"/>
            <a:t>Achieved high-priority feature implementation, clients pleased </a:t>
          </a:r>
        </a:p>
      </dgm:t>
    </dgm:pt>
    <dgm:pt modelId="{6BAAC624-BBA0-4E56-A429-05635A205A2E}" type="parTrans" cxnId="{9E3FE9AC-2DA8-4CA0-BE00-331884EAC189}">
      <dgm:prSet/>
      <dgm:spPr/>
      <dgm:t>
        <a:bodyPr/>
        <a:lstStyle/>
        <a:p>
          <a:endParaRPr lang="en-US"/>
        </a:p>
      </dgm:t>
    </dgm:pt>
    <dgm:pt modelId="{BF2D56D3-DF48-4B25-B117-D7BFD9A669EB}" type="sibTrans" cxnId="{9E3FE9AC-2DA8-4CA0-BE00-331884EAC189}">
      <dgm:prSet/>
      <dgm:spPr/>
      <dgm:t>
        <a:bodyPr/>
        <a:lstStyle/>
        <a:p>
          <a:endParaRPr lang="en-US"/>
        </a:p>
      </dgm:t>
    </dgm:pt>
    <dgm:pt modelId="{328E6BC1-2BC0-44C6-AF91-25106AA0FCF4}">
      <dgm:prSet/>
      <dgm:spPr/>
      <dgm:t>
        <a:bodyPr/>
        <a:lstStyle/>
        <a:p>
          <a:r>
            <a:rPr lang="en-US"/>
            <a:t>Client Feedback Consideration </a:t>
          </a:r>
        </a:p>
      </dgm:t>
    </dgm:pt>
    <dgm:pt modelId="{7C687713-7D39-4C65-AB57-7CEF1D03948C}" type="parTrans" cxnId="{0AE25D1C-5CFA-4903-8796-8F7910BFF3D5}">
      <dgm:prSet/>
      <dgm:spPr/>
      <dgm:t>
        <a:bodyPr/>
        <a:lstStyle/>
        <a:p>
          <a:endParaRPr lang="en-US"/>
        </a:p>
      </dgm:t>
    </dgm:pt>
    <dgm:pt modelId="{33ADF1A1-D2B2-4759-A245-17AA0F7B1DF2}" type="sibTrans" cxnId="{0AE25D1C-5CFA-4903-8796-8F7910BFF3D5}">
      <dgm:prSet/>
      <dgm:spPr/>
      <dgm:t>
        <a:bodyPr/>
        <a:lstStyle/>
        <a:p>
          <a:endParaRPr lang="en-US"/>
        </a:p>
      </dgm:t>
    </dgm:pt>
    <dgm:pt modelId="{5EE78279-E29C-457B-BDC4-A352F894F84A}">
      <dgm:prSet/>
      <dgm:spPr/>
      <dgm:t>
        <a:bodyPr/>
        <a:lstStyle/>
        <a:p>
          <a:r>
            <a:rPr lang="en-US" dirty="0"/>
            <a:t>Clients do not prefer automated reports, would rather generate reports themselves when needed</a:t>
          </a:r>
        </a:p>
      </dgm:t>
    </dgm:pt>
    <dgm:pt modelId="{79492434-232E-4B24-B856-B8D39E20F53F}" type="parTrans" cxnId="{743ADC96-10DE-4802-A4A7-E075C10D7F9E}">
      <dgm:prSet/>
      <dgm:spPr/>
      <dgm:t>
        <a:bodyPr/>
        <a:lstStyle/>
        <a:p>
          <a:endParaRPr lang="en-US"/>
        </a:p>
      </dgm:t>
    </dgm:pt>
    <dgm:pt modelId="{563E2E3E-E56F-46C0-B6F1-10AAFFB86378}" type="sibTrans" cxnId="{743ADC96-10DE-4802-A4A7-E075C10D7F9E}">
      <dgm:prSet/>
      <dgm:spPr/>
      <dgm:t>
        <a:bodyPr/>
        <a:lstStyle/>
        <a:p>
          <a:endParaRPr lang="en-US"/>
        </a:p>
      </dgm:t>
    </dgm:pt>
    <dgm:pt modelId="{E788DC1C-43A1-49A8-8F92-480EA487B214}">
      <dgm:prSet/>
      <dgm:spPr/>
      <dgm:t>
        <a:bodyPr/>
        <a:lstStyle/>
        <a:p>
          <a:r>
            <a:rPr lang="en-US" dirty="0"/>
            <a:t>UI improvements</a:t>
          </a:r>
        </a:p>
      </dgm:t>
    </dgm:pt>
    <dgm:pt modelId="{EBCF3090-AC65-4528-839B-80892EF39812}" type="parTrans" cxnId="{0209A717-3F95-42C2-9C59-046DE8644025}">
      <dgm:prSet/>
      <dgm:spPr/>
      <dgm:t>
        <a:bodyPr/>
        <a:lstStyle/>
        <a:p>
          <a:endParaRPr lang="en-US"/>
        </a:p>
      </dgm:t>
    </dgm:pt>
    <dgm:pt modelId="{C907CF22-AC96-43A9-9EE6-A69889839EC0}" type="sibTrans" cxnId="{0209A717-3F95-42C2-9C59-046DE8644025}">
      <dgm:prSet/>
      <dgm:spPr/>
      <dgm:t>
        <a:bodyPr/>
        <a:lstStyle/>
        <a:p>
          <a:endParaRPr lang="en-US"/>
        </a:p>
      </dgm:t>
    </dgm:pt>
    <dgm:pt modelId="{D0503C20-9D8F-404E-8D06-67224608FC9D}">
      <dgm:prSet/>
      <dgm:spPr/>
      <dgm:t>
        <a:bodyPr/>
        <a:lstStyle/>
        <a:p>
          <a:r>
            <a:rPr lang="en-US" dirty="0"/>
            <a:t>Updates based on feedback from clients using deployed system</a:t>
          </a:r>
        </a:p>
      </dgm:t>
    </dgm:pt>
    <dgm:pt modelId="{CAE501A0-8077-4A39-B316-9453C437DA10}" type="parTrans" cxnId="{4E08AEFA-C3B8-4A76-9BA7-052B41531550}">
      <dgm:prSet/>
      <dgm:spPr/>
      <dgm:t>
        <a:bodyPr/>
        <a:lstStyle/>
        <a:p>
          <a:endParaRPr lang="en-US"/>
        </a:p>
      </dgm:t>
    </dgm:pt>
    <dgm:pt modelId="{084765AD-A745-4F94-A6DF-55F97D065C9D}" type="sibTrans" cxnId="{4E08AEFA-C3B8-4A76-9BA7-052B41531550}">
      <dgm:prSet/>
      <dgm:spPr/>
      <dgm:t>
        <a:bodyPr/>
        <a:lstStyle/>
        <a:p>
          <a:endParaRPr lang="en-US"/>
        </a:p>
      </dgm:t>
    </dgm:pt>
    <dgm:pt modelId="{D82AC0C4-DD3D-43DA-A2A1-5BF08F488BD6}">
      <dgm:prSet/>
      <dgm:spPr/>
      <dgm:t>
        <a:bodyPr/>
        <a:lstStyle/>
        <a:p>
          <a:r>
            <a:rPr lang="en-US" dirty="0"/>
            <a:t>Want to improve meeting attendance and ability to meet deadlines</a:t>
          </a:r>
        </a:p>
      </dgm:t>
    </dgm:pt>
    <dgm:pt modelId="{CBA2B7DE-E04D-4FE2-89DA-463896434D16}" type="parTrans" cxnId="{41CE1055-F0E4-4F76-BBF4-0BFCB2EDF28D}">
      <dgm:prSet/>
      <dgm:spPr/>
      <dgm:t>
        <a:bodyPr/>
        <a:lstStyle/>
        <a:p>
          <a:endParaRPr lang="en-US"/>
        </a:p>
      </dgm:t>
    </dgm:pt>
    <dgm:pt modelId="{B357E801-A3F0-4D84-BD6B-EEDDC2F19FBF}" type="sibTrans" cxnId="{41CE1055-F0E4-4F76-BBF4-0BFCB2EDF28D}">
      <dgm:prSet/>
      <dgm:spPr/>
      <dgm:t>
        <a:bodyPr/>
        <a:lstStyle/>
        <a:p>
          <a:endParaRPr lang="en-US"/>
        </a:p>
      </dgm:t>
    </dgm:pt>
    <dgm:pt modelId="{DC40DF0C-8931-468D-AABD-C938644EC065}">
      <dgm:prSet/>
      <dgm:spPr/>
      <dgm:t>
        <a:bodyPr/>
        <a:lstStyle/>
        <a:p>
          <a:r>
            <a:rPr lang="en-US" dirty="0"/>
            <a:t>Expectations will be reiterated for future sprints</a:t>
          </a:r>
        </a:p>
      </dgm:t>
    </dgm:pt>
    <dgm:pt modelId="{E997A7EA-D56D-456A-BAF8-D5AE33CD6089}" type="parTrans" cxnId="{413AD67E-A395-4071-8405-2B0AAEDC3CD1}">
      <dgm:prSet/>
      <dgm:spPr/>
      <dgm:t>
        <a:bodyPr/>
        <a:lstStyle/>
        <a:p>
          <a:endParaRPr lang="en-US"/>
        </a:p>
      </dgm:t>
    </dgm:pt>
    <dgm:pt modelId="{4CF0330C-4735-4A07-B251-181D40C632C5}" type="sibTrans" cxnId="{413AD67E-A395-4071-8405-2B0AAEDC3CD1}">
      <dgm:prSet/>
      <dgm:spPr/>
      <dgm:t>
        <a:bodyPr/>
        <a:lstStyle/>
        <a:p>
          <a:endParaRPr lang="en-US"/>
        </a:p>
      </dgm:t>
    </dgm:pt>
    <dgm:pt modelId="{B4DF0719-FEDC-45A3-9254-015108F5BAD3}">
      <dgm:prSet/>
      <dgm:spPr/>
      <dgm:t>
        <a:bodyPr/>
        <a:lstStyle/>
        <a:p>
          <a:r>
            <a:rPr lang="en-US" dirty="0"/>
            <a:t>No major UI update requests just yet – focus on WCAG 2.2 standards for now</a:t>
          </a:r>
        </a:p>
      </dgm:t>
    </dgm:pt>
    <dgm:pt modelId="{AC3AB8DE-E87C-4FEB-BA2F-B710D09632E7}" type="parTrans" cxnId="{7224CF81-74D6-4C6C-B439-698237499E8B}">
      <dgm:prSet/>
      <dgm:spPr/>
      <dgm:t>
        <a:bodyPr/>
        <a:lstStyle/>
        <a:p>
          <a:endParaRPr lang="en-US"/>
        </a:p>
      </dgm:t>
    </dgm:pt>
    <dgm:pt modelId="{ACF6AB34-E5D0-45F3-BCCA-E5E674CD9B8C}" type="sibTrans" cxnId="{7224CF81-74D6-4C6C-B439-698237499E8B}">
      <dgm:prSet/>
      <dgm:spPr/>
      <dgm:t>
        <a:bodyPr/>
        <a:lstStyle/>
        <a:p>
          <a:endParaRPr lang="en-US"/>
        </a:p>
      </dgm:t>
    </dgm:pt>
    <dgm:pt modelId="{EBEE9984-933F-4746-B3E7-4F78C46CCBE8}" type="pres">
      <dgm:prSet presAssocID="{90E8A043-F904-41D3-80BF-6E0320016E88}" presName="Name0" presStyleCnt="0">
        <dgm:presLayoutVars>
          <dgm:dir/>
          <dgm:animLvl val="lvl"/>
          <dgm:resizeHandles val="exact"/>
        </dgm:presLayoutVars>
      </dgm:prSet>
      <dgm:spPr/>
    </dgm:pt>
    <dgm:pt modelId="{793C4707-37B1-4213-A277-2CE68E5326D1}" type="pres">
      <dgm:prSet presAssocID="{6D17CD74-7017-42D5-80E8-69873308424C}" presName="composite" presStyleCnt="0"/>
      <dgm:spPr/>
    </dgm:pt>
    <dgm:pt modelId="{15E93208-4C3C-4BB2-8012-48CC918B9BE6}" type="pres">
      <dgm:prSet presAssocID="{6D17CD74-7017-42D5-80E8-6987330842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72549C0-082F-4502-87D3-212CB584C67D}" type="pres">
      <dgm:prSet presAssocID="{6D17CD74-7017-42D5-80E8-69873308424C}" presName="desTx" presStyleLbl="alignAccFollowNode1" presStyleIdx="0" presStyleCnt="3">
        <dgm:presLayoutVars>
          <dgm:bulletEnabled val="1"/>
        </dgm:presLayoutVars>
      </dgm:prSet>
      <dgm:spPr/>
    </dgm:pt>
    <dgm:pt modelId="{9ABA0588-CBFE-48C5-9282-5F1898568AE2}" type="pres">
      <dgm:prSet presAssocID="{9CD5847C-064F-4594-983C-5CC8F22CB49F}" presName="space" presStyleCnt="0"/>
      <dgm:spPr/>
    </dgm:pt>
    <dgm:pt modelId="{0645CCC3-A0AE-4F07-B614-A5E6D01293BB}" type="pres">
      <dgm:prSet presAssocID="{0D678243-5FFC-4689-A05E-63AF912C0351}" presName="composite" presStyleCnt="0"/>
      <dgm:spPr/>
    </dgm:pt>
    <dgm:pt modelId="{221D0870-D9F3-4D67-A803-3BB3FE663A90}" type="pres">
      <dgm:prSet presAssocID="{0D678243-5FFC-4689-A05E-63AF912C035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C30FA82-CD5F-4FE7-A30A-01488A9C3BDC}" type="pres">
      <dgm:prSet presAssocID="{0D678243-5FFC-4689-A05E-63AF912C0351}" presName="desTx" presStyleLbl="alignAccFollowNode1" presStyleIdx="1" presStyleCnt="3">
        <dgm:presLayoutVars>
          <dgm:bulletEnabled val="1"/>
        </dgm:presLayoutVars>
      </dgm:prSet>
      <dgm:spPr/>
    </dgm:pt>
    <dgm:pt modelId="{A5F5A9BC-85B9-4AA5-9E42-DB3D692F2FF0}" type="pres">
      <dgm:prSet presAssocID="{8ABF907F-7B7B-4535-85A8-BA0F4CBC66A7}" presName="space" presStyleCnt="0"/>
      <dgm:spPr/>
    </dgm:pt>
    <dgm:pt modelId="{40B8B7D5-1CA6-4334-AF65-06BE57EB5F8B}" type="pres">
      <dgm:prSet presAssocID="{328E6BC1-2BC0-44C6-AF91-25106AA0FCF4}" presName="composite" presStyleCnt="0"/>
      <dgm:spPr/>
    </dgm:pt>
    <dgm:pt modelId="{B457DAB3-57FA-4E54-BEEF-64C6CE87FBA4}" type="pres">
      <dgm:prSet presAssocID="{328E6BC1-2BC0-44C6-AF91-25106AA0FCF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0A7430C-9CAC-4E37-9196-6EEDDAE25F79}" type="pres">
      <dgm:prSet presAssocID="{328E6BC1-2BC0-44C6-AF91-25106AA0FCF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CC1A413-CEDA-45E5-9094-1227DB1B6CD8}" srcId="{6D17CD74-7017-42D5-80E8-69873308424C}" destId="{EDA907C1-90F4-4EFB-BDFA-0378E7CD7053}" srcOrd="0" destOrd="0" parTransId="{43829624-4560-42BE-81BB-91A9BE58E9FC}" sibTransId="{044417D6-B8BB-437B-984D-0335A7C5DFCF}"/>
    <dgm:cxn modelId="{7BB62014-62A9-42C9-BD97-E0D7A7EC3717}" type="presOf" srcId="{EDA907C1-90F4-4EFB-BDFA-0378E7CD7053}" destId="{E72549C0-082F-4502-87D3-212CB584C67D}" srcOrd="0" destOrd="0" presId="urn:microsoft.com/office/officeart/2005/8/layout/hList1"/>
    <dgm:cxn modelId="{0209A717-3F95-42C2-9C59-046DE8644025}" srcId="{6D17CD74-7017-42D5-80E8-69873308424C}" destId="{E788DC1C-43A1-49A8-8F92-480EA487B214}" srcOrd="1" destOrd="0" parTransId="{EBCF3090-AC65-4528-839B-80892EF39812}" sibTransId="{C907CF22-AC96-43A9-9EE6-A69889839EC0}"/>
    <dgm:cxn modelId="{0AE25D1C-5CFA-4903-8796-8F7910BFF3D5}" srcId="{90E8A043-F904-41D3-80BF-6E0320016E88}" destId="{328E6BC1-2BC0-44C6-AF91-25106AA0FCF4}" srcOrd="2" destOrd="0" parTransId="{7C687713-7D39-4C65-AB57-7CEF1D03948C}" sibTransId="{33ADF1A1-D2B2-4759-A245-17AA0F7B1DF2}"/>
    <dgm:cxn modelId="{75ECF31D-E684-49C0-BF22-31760E440748}" type="presOf" srcId="{0D678243-5FFC-4689-A05E-63AF912C0351}" destId="{221D0870-D9F3-4D67-A803-3BB3FE663A90}" srcOrd="0" destOrd="0" presId="urn:microsoft.com/office/officeart/2005/8/layout/hList1"/>
    <dgm:cxn modelId="{4603AF2B-699A-4ABA-9E44-827C3EF61C7D}" type="presOf" srcId="{E788DC1C-43A1-49A8-8F92-480EA487B214}" destId="{E72549C0-082F-4502-87D3-212CB584C67D}" srcOrd="0" destOrd="1" presId="urn:microsoft.com/office/officeart/2005/8/layout/hList1"/>
    <dgm:cxn modelId="{41CE1055-F0E4-4F76-BBF4-0BFCB2EDF28D}" srcId="{0D678243-5FFC-4689-A05E-63AF912C0351}" destId="{D82AC0C4-DD3D-43DA-A2A1-5BF08F488BD6}" srcOrd="1" destOrd="0" parTransId="{CBA2B7DE-E04D-4FE2-89DA-463896434D16}" sibTransId="{B357E801-A3F0-4D84-BD6B-EEDDC2F19FBF}"/>
    <dgm:cxn modelId="{EC211F76-3161-49F5-9649-E2A92B2A1C34}" type="presOf" srcId="{328E6BC1-2BC0-44C6-AF91-25106AA0FCF4}" destId="{B457DAB3-57FA-4E54-BEEF-64C6CE87FBA4}" srcOrd="0" destOrd="0" presId="urn:microsoft.com/office/officeart/2005/8/layout/hList1"/>
    <dgm:cxn modelId="{86324156-7AAE-4153-A871-383742C7A919}" srcId="{90E8A043-F904-41D3-80BF-6E0320016E88}" destId="{6D17CD74-7017-42D5-80E8-69873308424C}" srcOrd="0" destOrd="0" parTransId="{17805460-77D6-42C4-8F4A-62C77087C15B}" sibTransId="{9CD5847C-064F-4594-983C-5CC8F22CB49F}"/>
    <dgm:cxn modelId="{413AD67E-A395-4071-8405-2B0AAEDC3CD1}" srcId="{0D678243-5FFC-4689-A05E-63AF912C0351}" destId="{DC40DF0C-8931-468D-AABD-C938644EC065}" srcOrd="2" destOrd="0" parTransId="{E997A7EA-D56D-456A-BAF8-D5AE33CD6089}" sibTransId="{4CF0330C-4735-4A07-B251-181D40C632C5}"/>
    <dgm:cxn modelId="{7224CF81-74D6-4C6C-B439-698237499E8B}" srcId="{328E6BC1-2BC0-44C6-AF91-25106AA0FCF4}" destId="{B4DF0719-FEDC-45A3-9254-015108F5BAD3}" srcOrd="1" destOrd="0" parTransId="{AC3AB8DE-E87C-4FEB-BA2F-B710D09632E7}" sibTransId="{ACF6AB34-E5D0-45F3-BCCA-E5E674CD9B8C}"/>
    <dgm:cxn modelId="{743ADC96-10DE-4802-A4A7-E075C10D7F9E}" srcId="{328E6BC1-2BC0-44C6-AF91-25106AA0FCF4}" destId="{5EE78279-E29C-457B-BDC4-A352F894F84A}" srcOrd="0" destOrd="0" parTransId="{79492434-232E-4B24-B856-B8D39E20F53F}" sibTransId="{563E2E3E-E56F-46C0-B6F1-10AAFFB86378}"/>
    <dgm:cxn modelId="{355B4899-8D05-47D3-9EC9-E14936D6DBEF}" type="presOf" srcId="{D82AC0C4-DD3D-43DA-A2A1-5BF08F488BD6}" destId="{6C30FA82-CD5F-4FE7-A30A-01488A9C3BDC}" srcOrd="0" destOrd="1" presId="urn:microsoft.com/office/officeart/2005/8/layout/hList1"/>
    <dgm:cxn modelId="{6330599C-09AB-4C47-B948-EC949BF8F929}" srcId="{90E8A043-F904-41D3-80BF-6E0320016E88}" destId="{0D678243-5FFC-4689-A05E-63AF912C0351}" srcOrd="1" destOrd="0" parTransId="{B78B3A59-7DD1-4E9C-8265-7F41FAE29A15}" sibTransId="{8ABF907F-7B7B-4535-85A8-BA0F4CBC66A7}"/>
    <dgm:cxn modelId="{F8759BA7-75FC-4327-B507-D26FA97C7872}" type="presOf" srcId="{B4DF0719-FEDC-45A3-9254-015108F5BAD3}" destId="{50A7430C-9CAC-4E37-9196-6EEDDAE25F79}" srcOrd="0" destOrd="1" presId="urn:microsoft.com/office/officeart/2005/8/layout/hList1"/>
    <dgm:cxn modelId="{9E3FE9AC-2DA8-4CA0-BE00-331884EAC189}" srcId="{0D678243-5FFC-4689-A05E-63AF912C0351}" destId="{E7BB5B91-321B-4BC9-BDC8-84C4A6AF47C8}" srcOrd="0" destOrd="0" parTransId="{6BAAC624-BBA0-4E56-A429-05635A205A2E}" sibTransId="{BF2D56D3-DF48-4B25-B117-D7BFD9A669EB}"/>
    <dgm:cxn modelId="{657022B0-9796-4BE4-9CE2-4806665AA8F7}" type="presOf" srcId="{E7BB5B91-321B-4BC9-BDC8-84C4A6AF47C8}" destId="{6C30FA82-CD5F-4FE7-A30A-01488A9C3BDC}" srcOrd="0" destOrd="0" presId="urn:microsoft.com/office/officeart/2005/8/layout/hList1"/>
    <dgm:cxn modelId="{71B380B8-EABA-486A-BE4E-B153822DFBA3}" type="presOf" srcId="{90E8A043-F904-41D3-80BF-6E0320016E88}" destId="{EBEE9984-933F-4746-B3E7-4F78C46CCBE8}" srcOrd="0" destOrd="0" presId="urn:microsoft.com/office/officeart/2005/8/layout/hList1"/>
    <dgm:cxn modelId="{E5D621C5-D3AD-4D25-85A7-169780454AB2}" type="presOf" srcId="{5EE78279-E29C-457B-BDC4-A352F894F84A}" destId="{50A7430C-9CAC-4E37-9196-6EEDDAE25F79}" srcOrd="0" destOrd="0" presId="urn:microsoft.com/office/officeart/2005/8/layout/hList1"/>
    <dgm:cxn modelId="{77337EC9-A814-4F50-925C-22A95E4E2F5C}" type="presOf" srcId="{D0503C20-9D8F-404E-8D06-67224608FC9D}" destId="{E72549C0-082F-4502-87D3-212CB584C67D}" srcOrd="0" destOrd="2" presId="urn:microsoft.com/office/officeart/2005/8/layout/hList1"/>
    <dgm:cxn modelId="{EAD55BD2-DCF2-49BF-B871-74F88430A7E8}" type="presOf" srcId="{DC40DF0C-8931-468D-AABD-C938644EC065}" destId="{6C30FA82-CD5F-4FE7-A30A-01488A9C3BDC}" srcOrd="0" destOrd="2" presId="urn:microsoft.com/office/officeart/2005/8/layout/hList1"/>
    <dgm:cxn modelId="{4E08AEFA-C3B8-4A76-9BA7-052B41531550}" srcId="{6D17CD74-7017-42D5-80E8-69873308424C}" destId="{D0503C20-9D8F-404E-8D06-67224608FC9D}" srcOrd="2" destOrd="0" parTransId="{CAE501A0-8077-4A39-B316-9453C437DA10}" sibTransId="{084765AD-A745-4F94-A6DF-55F97D065C9D}"/>
    <dgm:cxn modelId="{6D840AFF-9897-4675-97E8-CC3DF0E70204}" type="presOf" srcId="{6D17CD74-7017-42D5-80E8-69873308424C}" destId="{15E93208-4C3C-4BB2-8012-48CC918B9BE6}" srcOrd="0" destOrd="0" presId="urn:microsoft.com/office/officeart/2005/8/layout/hList1"/>
    <dgm:cxn modelId="{A1BED35E-8DC1-46F9-9421-FAC473E669FA}" type="presParOf" srcId="{EBEE9984-933F-4746-B3E7-4F78C46CCBE8}" destId="{793C4707-37B1-4213-A277-2CE68E5326D1}" srcOrd="0" destOrd="0" presId="urn:microsoft.com/office/officeart/2005/8/layout/hList1"/>
    <dgm:cxn modelId="{DDF0B451-F051-4066-AB3A-367F22E337B4}" type="presParOf" srcId="{793C4707-37B1-4213-A277-2CE68E5326D1}" destId="{15E93208-4C3C-4BB2-8012-48CC918B9BE6}" srcOrd="0" destOrd="0" presId="urn:microsoft.com/office/officeart/2005/8/layout/hList1"/>
    <dgm:cxn modelId="{3088F05B-7810-42C7-8558-FC5F56911111}" type="presParOf" srcId="{793C4707-37B1-4213-A277-2CE68E5326D1}" destId="{E72549C0-082F-4502-87D3-212CB584C67D}" srcOrd="1" destOrd="0" presId="urn:microsoft.com/office/officeart/2005/8/layout/hList1"/>
    <dgm:cxn modelId="{1817FA40-6F7F-41F5-B92B-3BF388142443}" type="presParOf" srcId="{EBEE9984-933F-4746-B3E7-4F78C46CCBE8}" destId="{9ABA0588-CBFE-48C5-9282-5F1898568AE2}" srcOrd="1" destOrd="0" presId="urn:microsoft.com/office/officeart/2005/8/layout/hList1"/>
    <dgm:cxn modelId="{5F4FDEB9-B90F-41BA-92E7-9A5081B2989E}" type="presParOf" srcId="{EBEE9984-933F-4746-B3E7-4F78C46CCBE8}" destId="{0645CCC3-A0AE-4F07-B614-A5E6D01293BB}" srcOrd="2" destOrd="0" presId="urn:microsoft.com/office/officeart/2005/8/layout/hList1"/>
    <dgm:cxn modelId="{971A3CF5-CBD1-4FE0-9699-1AB39D9E1C22}" type="presParOf" srcId="{0645CCC3-A0AE-4F07-B614-A5E6D01293BB}" destId="{221D0870-D9F3-4D67-A803-3BB3FE663A90}" srcOrd="0" destOrd="0" presId="urn:microsoft.com/office/officeart/2005/8/layout/hList1"/>
    <dgm:cxn modelId="{B46813B6-EA04-4020-A61C-D2B6C0C7C80F}" type="presParOf" srcId="{0645CCC3-A0AE-4F07-B614-A5E6D01293BB}" destId="{6C30FA82-CD5F-4FE7-A30A-01488A9C3BDC}" srcOrd="1" destOrd="0" presId="urn:microsoft.com/office/officeart/2005/8/layout/hList1"/>
    <dgm:cxn modelId="{599F0C15-F398-44B3-B82D-6FC736D055A3}" type="presParOf" srcId="{EBEE9984-933F-4746-B3E7-4F78C46CCBE8}" destId="{A5F5A9BC-85B9-4AA5-9E42-DB3D692F2FF0}" srcOrd="3" destOrd="0" presId="urn:microsoft.com/office/officeart/2005/8/layout/hList1"/>
    <dgm:cxn modelId="{C29EF6B3-3838-4AD2-A6C5-5CE81E10889C}" type="presParOf" srcId="{EBEE9984-933F-4746-B3E7-4F78C46CCBE8}" destId="{40B8B7D5-1CA6-4334-AF65-06BE57EB5F8B}" srcOrd="4" destOrd="0" presId="urn:microsoft.com/office/officeart/2005/8/layout/hList1"/>
    <dgm:cxn modelId="{4877FB81-8F9B-4ECA-95AC-EDDFCB2CA9B3}" type="presParOf" srcId="{40B8B7D5-1CA6-4334-AF65-06BE57EB5F8B}" destId="{B457DAB3-57FA-4E54-BEEF-64C6CE87FBA4}" srcOrd="0" destOrd="0" presId="urn:microsoft.com/office/officeart/2005/8/layout/hList1"/>
    <dgm:cxn modelId="{2F626E03-794B-4CF3-BA24-78B6E1EF8C32}" type="presParOf" srcId="{40B8B7D5-1CA6-4334-AF65-06BE57EB5F8B}" destId="{50A7430C-9CAC-4E37-9196-6EEDDAE25F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268542-6CFE-4EF5-BE13-F33F3DED7AC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CAD15F-4D3B-4F96-9E67-F6518A476C5B}">
      <dgm:prSet/>
      <dgm:spPr/>
      <dgm:t>
        <a:bodyPr/>
        <a:lstStyle/>
        <a:p>
          <a:r>
            <a:rPr lang="en-US" dirty="0"/>
            <a:t>Nearing completion of requirements for the whole system</a:t>
          </a:r>
        </a:p>
      </dgm:t>
    </dgm:pt>
    <dgm:pt modelId="{66CE15B6-5F1D-4301-A299-54039FD60082}" type="parTrans" cxnId="{8542F25F-C8DA-4135-AF04-15F3B2E7FBCE}">
      <dgm:prSet/>
      <dgm:spPr/>
      <dgm:t>
        <a:bodyPr/>
        <a:lstStyle/>
        <a:p>
          <a:endParaRPr lang="en-US"/>
        </a:p>
      </dgm:t>
    </dgm:pt>
    <dgm:pt modelId="{DEBDAFB9-FD74-491F-8C97-7E107F8E7081}" type="sibTrans" cxnId="{8542F25F-C8DA-4135-AF04-15F3B2E7FBCE}">
      <dgm:prSet/>
      <dgm:spPr/>
      <dgm:t>
        <a:bodyPr/>
        <a:lstStyle/>
        <a:p>
          <a:endParaRPr lang="en-US"/>
        </a:p>
      </dgm:t>
    </dgm:pt>
    <dgm:pt modelId="{7DE2CEFE-000F-4208-A26E-506FB6999451}">
      <dgm:prSet/>
      <dgm:spPr/>
      <dgm:t>
        <a:bodyPr/>
        <a:lstStyle/>
        <a:p>
          <a:r>
            <a:rPr lang="en-US" dirty="0"/>
            <a:t>Key implementations to reach goal of 80% feature completion</a:t>
          </a:r>
        </a:p>
      </dgm:t>
    </dgm:pt>
    <dgm:pt modelId="{26323057-0B82-4E42-8518-57C746DB8A98}" type="parTrans" cxnId="{AED12ABE-B26D-4F6B-8123-FABF4059E8F0}">
      <dgm:prSet/>
      <dgm:spPr/>
      <dgm:t>
        <a:bodyPr/>
        <a:lstStyle/>
        <a:p>
          <a:endParaRPr lang="en-US"/>
        </a:p>
      </dgm:t>
    </dgm:pt>
    <dgm:pt modelId="{059BA412-75CF-4DCA-8927-899D3687F384}" type="sibTrans" cxnId="{AED12ABE-B26D-4F6B-8123-FABF4059E8F0}">
      <dgm:prSet/>
      <dgm:spPr/>
      <dgm:t>
        <a:bodyPr/>
        <a:lstStyle/>
        <a:p>
          <a:endParaRPr lang="en-US"/>
        </a:p>
      </dgm:t>
    </dgm:pt>
    <dgm:pt modelId="{BA3A4151-6A70-48D9-901F-4B6968A236B1}">
      <dgm:prSet/>
      <dgm:spPr/>
      <dgm:t>
        <a:bodyPr/>
        <a:lstStyle/>
        <a:p>
          <a:r>
            <a:rPr lang="en-US" dirty="0"/>
            <a:t>Future sprints will focus on volunteer features and UI improvements</a:t>
          </a:r>
        </a:p>
      </dgm:t>
    </dgm:pt>
    <dgm:pt modelId="{95DFFA70-96EE-4E6D-93A6-A44237FFF589}" type="parTrans" cxnId="{7FB1C8D6-D7FA-4BA2-A0DA-4ACEF25A2E66}">
      <dgm:prSet/>
      <dgm:spPr/>
      <dgm:t>
        <a:bodyPr/>
        <a:lstStyle/>
        <a:p>
          <a:endParaRPr lang="en-US"/>
        </a:p>
      </dgm:t>
    </dgm:pt>
    <dgm:pt modelId="{5387E12D-4DDD-47A2-8024-F42D14EFEF00}" type="sibTrans" cxnId="{7FB1C8D6-D7FA-4BA2-A0DA-4ACEF25A2E66}">
      <dgm:prSet/>
      <dgm:spPr/>
      <dgm:t>
        <a:bodyPr/>
        <a:lstStyle/>
        <a:p>
          <a:endParaRPr lang="en-US"/>
        </a:p>
      </dgm:t>
    </dgm:pt>
    <dgm:pt modelId="{91E66595-C32A-46C0-8B18-855533B3216A}" type="pres">
      <dgm:prSet presAssocID="{89268542-6CFE-4EF5-BE13-F33F3DED7A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6B211A-5474-44A9-9705-CADC1FC9EB17}" type="pres">
      <dgm:prSet presAssocID="{56CAD15F-4D3B-4F96-9E67-F6518A476C5B}" presName="hierRoot1" presStyleCnt="0"/>
      <dgm:spPr/>
    </dgm:pt>
    <dgm:pt modelId="{D734D42D-7EE3-4FA5-8BC1-7CF1911ACA3B}" type="pres">
      <dgm:prSet presAssocID="{56CAD15F-4D3B-4F96-9E67-F6518A476C5B}" presName="composite" presStyleCnt="0"/>
      <dgm:spPr/>
    </dgm:pt>
    <dgm:pt modelId="{11A49DD0-70E8-4B68-8D00-71894A74488A}" type="pres">
      <dgm:prSet presAssocID="{56CAD15F-4D3B-4F96-9E67-F6518A476C5B}" presName="background" presStyleLbl="node0" presStyleIdx="0" presStyleCnt="3"/>
      <dgm:spPr/>
    </dgm:pt>
    <dgm:pt modelId="{D8EDFF1D-84FA-4D3D-AFE9-878169D675CD}" type="pres">
      <dgm:prSet presAssocID="{56CAD15F-4D3B-4F96-9E67-F6518A476C5B}" presName="text" presStyleLbl="fgAcc0" presStyleIdx="0" presStyleCnt="3">
        <dgm:presLayoutVars>
          <dgm:chPref val="3"/>
        </dgm:presLayoutVars>
      </dgm:prSet>
      <dgm:spPr/>
    </dgm:pt>
    <dgm:pt modelId="{A3DFE8E1-DD85-4453-A682-63EBEBC5D79E}" type="pres">
      <dgm:prSet presAssocID="{56CAD15F-4D3B-4F96-9E67-F6518A476C5B}" presName="hierChild2" presStyleCnt="0"/>
      <dgm:spPr/>
    </dgm:pt>
    <dgm:pt modelId="{C0E1636D-25D7-4298-A95A-7FD6ECA157D3}" type="pres">
      <dgm:prSet presAssocID="{7DE2CEFE-000F-4208-A26E-506FB6999451}" presName="hierRoot1" presStyleCnt="0"/>
      <dgm:spPr/>
    </dgm:pt>
    <dgm:pt modelId="{9416F4FF-7D74-408A-938F-47109957CA24}" type="pres">
      <dgm:prSet presAssocID="{7DE2CEFE-000F-4208-A26E-506FB6999451}" presName="composite" presStyleCnt="0"/>
      <dgm:spPr/>
    </dgm:pt>
    <dgm:pt modelId="{B5BCB18C-B2CB-4F52-B24A-8359186DC143}" type="pres">
      <dgm:prSet presAssocID="{7DE2CEFE-000F-4208-A26E-506FB6999451}" presName="background" presStyleLbl="node0" presStyleIdx="1" presStyleCnt="3"/>
      <dgm:spPr/>
    </dgm:pt>
    <dgm:pt modelId="{C340EBB6-4F28-49E3-945C-677B3B64CBBF}" type="pres">
      <dgm:prSet presAssocID="{7DE2CEFE-000F-4208-A26E-506FB6999451}" presName="text" presStyleLbl="fgAcc0" presStyleIdx="1" presStyleCnt="3">
        <dgm:presLayoutVars>
          <dgm:chPref val="3"/>
        </dgm:presLayoutVars>
      </dgm:prSet>
      <dgm:spPr/>
    </dgm:pt>
    <dgm:pt modelId="{FFCC32A0-11F1-4740-A8F3-2A4272F50D3F}" type="pres">
      <dgm:prSet presAssocID="{7DE2CEFE-000F-4208-A26E-506FB6999451}" presName="hierChild2" presStyleCnt="0"/>
      <dgm:spPr/>
    </dgm:pt>
    <dgm:pt modelId="{FE514868-AAD3-4865-9C7E-5BFC3A1C9940}" type="pres">
      <dgm:prSet presAssocID="{BA3A4151-6A70-48D9-901F-4B6968A236B1}" presName="hierRoot1" presStyleCnt="0"/>
      <dgm:spPr/>
    </dgm:pt>
    <dgm:pt modelId="{C32BC06B-C1FA-465A-81F6-762694042079}" type="pres">
      <dgm:prSet presAssocID="{BA3A4151-6A70-48D9-901F-4B6968A236B1}" presName="composite" presStyleCnt="0"/>
      <dgm:spPr/>
    </dgm:pt>
    <dgm:pt modelId="{47024C25-916C-4649-87BE-87882FD71BDF}" type="pres">
      <dgm:prSet presAssocID="{BA3A4151-6A70-48D9-901F-4B6968A236B1}" presName="background" presStyleLbl="node0" presStyleIdx="2" presStyleCnt="3"/>
      <dgm:spPr/>
    </dgm:pt>
    <dgm:pt modelId="{B95A967F-8B63-4C3A-966D-5306232F83CA}" type="pres">
      <dgm:prSet presAssocID="{BA3A4151-6A70-48D9-901F-4B6968A236B1}" presName="text" presStyleLbl="fgAcc0" presStyleIdx="2" presStyleCnt="3">
        <dgm:presLayoutVars>
          <dgm:chPref val="3"/>
        </dgm:presLayoutVars>
      </dgm:prSet>
      <dgm:spPr/>
    </dgm:pt>
    <dgm:pt modelId="{C8C8BF05-2006-46D0-8728-2EC1A835B3B2}" type="pres">
      <dgm:prSet presAssocID="{BA3A4151-6A70-48D9-901F-4B6968A236B1}" presName="hierChild2" presStyleCnt="0"/>
      <dgm:spPr/>
    </dgm:pt>
  </dgm:ptLst>
  <dgm:cxnLst>
    <dgm:cxn modelId="{8542F25F-C8DA-4135-AF04-15F3B2E7FBCE}" srcId="{89268542-6CFE-4EF5-BE13-F33F3DED7AC8}" destId="{56CAD15F-4D3B-4F96-9E67-F6518A476C5B}" srcOrd="0" destOrd="0" parTransId="{66CE15B6-5F1D-4301-A299-54039FD60082}" sibTransId="{DEBDAFB9-FD74-491F-8C97-7E107F8E7081}"/>
    <dgm:cxn modelId="{AED12ABE-B26D-4F6B-8123-FABF4059E8F0}" srcId="{89268542-6CFE-4EF5-BE13-F33F3DED7AC8}" destId="{7DE2CEFE-000F-4208-A26E-506FB6999451}" srcOrd="1" destOrd="0" parTransId="{26323057-0B82-4E42-8518-57C746DB8A98}" sibTransId="{059BA412-75CF-4DCA-8927-899D3687F384}"/>
    <dgm:cxn modelId="{6FF735CF-CFA7-4880-99BE-7D81AC0CC570}" type="presOf" srcId="{7DE2CEFE-000F-4208-A26E-506FB6999451}" destId="{C340EBB6-4F28-49E3-945C-677B3B64CBBF}" srcOrd="0" destOrd="0" presId="urn:microsoft.com/office/officeart/2005/8/layout/hierarchy1"/>
    <dgm:cxn modelId="{25853FD5-984C-47CF-9EEC-D2A01BA73058}" type="presOf" srcId="{56CAD15F-4D3B-4F96-9E67-F6518A476C5B}" destId="{D8EDFF1D-84FA-4D3D-AFE9-878169D675CD}" srcOrd="0" destOrd="0" presId="urn:microsoft.com/office/officeart/2005/8/layout/hierarchy1"/>
    <dgm:cxn modelId="{FA0EACD6-1CE8-48F7-86E3-6B7F500F5EA6}" type="presOf" srcId="{89268542-6CFE-4EF5-BE13-F33F3DED7AC8}" destId="{91E66595-C32A-46C0-8B18-855533B3216A}" srcOrd="0" destOrd="0" presId="urn:microsoft.com/office/officeart/2005/8/layout/hierarchy1"/>
    <dgm:cxn modelId="{7FB1C8D6-D7FA-4BA2-A0DA-4ACEF25A2E66}" srcId="{89268542-6CFE-4EF5-BE13-F33F3DED7AC8}" destId="{BA3A4151-6A70-48D9-901F-4B6968A236B1}" srcOrd="2" destOrd="0" parTransId="{95DFFA70-96EE-4E6D-93A6-A44237FFF589}" sibTransId="{5387E12D-4DDD-47A2-8024-F42D14EFEF00}"/>
    <dgm:cxn modelId="{327340D9-FDFE-4803-86C1-4B6BE6B361E0}" type="presOf" srcId="{BA3A4151-6A70-48D9-901F-4B6968A236B1}" destId="{B95A967F-8B63-4C3A-966D-5306232F83CA}" srcOrd="0" destOrd="0" presId="urn:microsoft.com/office/officeart/2005/8/layout/hierarchy1"/>
    <dgm:cxn modelId="{4889A142-CB90-4604-8606-96238104D3A9}" type="presParOf" srcId="{91E66595-C32A-46C0-8B18-855533B3216A}" destId="{CB6B211A-5474-44A9-9705-CADC1FC9EB17}" srcOrd="0" destOrd="0" presId="urn:microsoft.com/office/officeart/2005/8/layout/hierarchy1"/>
    <dgm:cxn modelId="{5EB2732B-B051-439D-A027-72CE1341B668}" type="presParOf" srcId="{CB6B211A-5474-44A9-9705-CADC1FC9EB17}" destId="{D734D42D-7EE3-4FA5-8BC1-7CF1911ACA3B}" srcOrd="0" destOrd="0" presId="urn:microsoft.com/office/officeart/2005/8/layout/hierarchy1"/>
    <dgm:cxn modelId="{DC3BC2D8-3F32-4C0A-A365-BA8F0139E441}" type="presParOf" srcId="{D734D42D-7EE3-4FA5-8BC1-7CF1911ACA3B}" destId="{11A49DD0-70E8-4B68-8D00-71894A74488A}" srcOrd="0" destOrd="0" presId="urn:microsoft.com/office/officeart/2005/8/layout/hierarchy1"/>
    <dgm:cxn modelId="{391ADD79-124D-4DF5-8B95-9782C1DB7169}" type="presParOf" srcId="{D734D42D-7EE3-4FA5-8BC1-7CF1911ACA3B}" destId="{D8EDFF1D-84FA-4D3D-AFE9-878169D675CD}" srcOrd="1" destOrd="0" presId="urn:microsoft.com/office/officeart/2005/8/layout/hierarchy1"/>
    <dgm:cxn modelId="{770DAEE0-A4C4-4698-BD9F-3AA677351BD6}" type="presParOf" srcId="{CB6B211A-5474-44A9-9705-CADC1FC9EB17}" destId="{A3DFE8E1-DD85-4453-A682-63EBEBC5D79E}" srcOrd="1" destOrd="0" presId="urn:microsoft.com/office/officeart/2005/8/layout/hierarchy1"/>
    <dgm:cxn modelId="{736BCA10-27B2-4211-A1D1-3C2A5AFBA12E}" type="presParOf" srcId="{91E66595-C32A-46C0-8B18-855533B3216A}" destId="{C0E1636D-25D7-4298-A95A-7FD6ECA157D3}" srcOrd="1" destOrd="0" presId="urn:microsoft.com/office/officeart/2005/8/layout/hierarchy1"/>
    <dgm:cxn modelId="{BD9CB7C0-5CD9-4308-B26B-D2DF0AC87A6C}" type="presParOf" srcId="{C0E1636D-25D7-4298-A95A-7FD6ECA157D3}" destId="{9416F4FF-7D74-408A-938F-47109957CA24}" srcOrd="0" destOrd="0" presId="urn:microsoft.com/office/officeart/2005/8/layout/hierarchy1"/>
    <dgm:cxn modelId="{6D3BDCDB-E591-4710-931A-C8C4D5358838}" type="presParOf" srcId="{9416F4FF-7D74-408A-938F-47109957CA24}" destId="{B5BCB18C-B2CB-4F52-B24A-8359186DC143}" srcOrd="0" destOrd="0" presId="urn:microsoft.com/office/officeart/2005/8/layout/hierarchy1"/>
    <dgm:cxn modelId="{92BA7F6D-DEE5-4F2B-9FBF-6DC3AC99A429}" type="presParOf" srcId="{9416F4FF-7D74-408A-938F-47109957CA24}" destId="{C340EBB6-4F28-49E3-945C-677B3B64CBBF}" srcOrd="1" destOrd="0" presId="urn:microsoft.com/office/officeart/2005/8/layout/hierarchy1"/>
    <dgm:cxn modelId="{2BE79CAF-74D5-48A6-8E6E-50A25A15FC9F}" type="presParOf" srcId="{C0E1636D-25D7-4298-A95A-7FD6ECA157D3}" destId="{FFCC32A0-11F1-4740-A8F3-2A4272F50D3F}" srcOrd="1" destOrd="0" presId="urn:microsoft.com/office/officeart/2005/8/layout/hierarchy1"/>
    <dgm:cxn modelId="{228A6569-6A31-42E2-9506-3D36C27F2387}" type="presParOf" srcId="{91E66595-C32A-46C0-8B18-855533B3216A}" destId="{FE514868-AAD3-4865-9C7E-5BFC3A1C9940}" srcOrd="2" destOrd="0" presId="urn:microsoft.com/office/officeart/2005/8/layout/hierarchy1"/>
    <dgm:cxn modelId="{778DC979-E03F-4BEC-8BD9-FE851C5B3A65}" type="presParOf" srcId="{FE514868-AAD3-4865-9C7E-5BFC3A1C9940}" destId="{C32BC06B-C1FA-465A-81F6-762694042079}" srcOrd="0" destOrd="0" presId="urn:microsoft.com/office/officeart/2005/8/layout/hierarchy1"/>
    <dgm:cxn modelId="{5A1146D0-D6EA-4100-8B7F-84E9C8DDE2B7}" type="presParOf" srcId="{C32BC06B-C1FA-465A-81F6-762694042079}" destId="{47024C25-916C-4649-87BE-87882FD71BDF}" srcOrd="0" destOrd="0" presId="urn:microsoft.com/office/officeart/2005/8/layout/hierarchy1"/>
    <dgm:cxn modelId="{46C9E0F3-76A1-4480-B3BF-11D595B681AF}" type="presParOf" srcId="{C32BC06B-C1FA-465A-81F6-762694042079}" destId="{B95A967F-8B63-4C3A-966D-5306232F83CA}" srcOrd="1" destOrd="0" presId="urn:microsoft.com/office/officeart/2005/8/layout/hierarchy1"/>
    <dgm:cxn modelId="{5B54CBBE-B9E6-4EF3-B692-183AC32B62AF}" type="presParOf" srcId="{FE514868-AAD3-4865-9C7E-5BFC3A1C9940}" destId="{C8C8BF05-2006-46D0-8728-2EC1A835B3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10BE2-BC7E-4727-8167-323AFDCDFD35}">
      <dsp:nvSpPr>
        <dsp:cNvPr id="0" name=""/>
        <dsp:cNvSpPr/>
      </dsp:nvSpPr>
      <dsp:spPr>
        <a:xfrm>
          <a:off x="14793" y="0"/>
          <a:ext cx="1047786" cy="982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7D208-0A7E-41BF-B4C1-7DB1DF3B4264}">
      <dsp:nvSpPr>
        <dsp:cNvPr id="0" name=""/>
        <dsp:cNvSpPr/>
      </dsp:nvSpPr>
      <dsp:spPr>
        <a:xfrm>
          <a:off x="14793" y="1134832"/>
          <a:ext cx="2993675" cy="421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Project Introduction</a:t>
          </a:r>
        </a:p>
      </dsp:txBody>
      <dsp:txXfrm>
        <a:off x="14793" y="1134832"/>
        <a:ext cx="2993675" cy="421006"/>
      </dsp:txXfrm>
    </dsp:sp>
    <dsp:sp modelId="{2F999D6E-6699-413F-9C31-3887F9CADEC5}">
      <dsp:nvSpPr>
        <dsp:cNvPr id="0" name=""/>
        <dsp:cNvSpPr/>
      </dsp:nvSpPr>
      <dsp:spPr>
        <a:xfrm>
          <a:off x="14793" y="1626761"/>
          <a:ext cx="2993675" cy="2159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Voiland Food Pantry management system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Web application for food pantry clientele and volunteers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Sign-in, inventory management, volunteer hours tracking</a:t>
          </a:r>
        </a:p>
      </dsp:txBody>
      <dsp:txXfrm>
        <a:off x="14793" y="1626761"/>
        <a:ext cx="2993675" cy="2159318"/>
      </dsp:txXfrm>
    </dsp:sp>
    <dsp:sp modelId="{F7BB6E3E-1027-437E-A4A7-BD3DAA6A119E}">
      <dsp:nvSpPr>
        <dsp:cNvPr id="0" name=""/>
        <dsp:cNvSpPr/>
      </dsp:nvSpPr>
      <dsp:spPr>
        <a:xfrm>
          <a:off x="3532362" y="0"/>
          <a:ext cx="1047786" cy="982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7296D-3D73-4412-96AF-6BD484B33A4A}">
      <dsp:nvSpPr>
        <dsp:cNvPr id="0" name=""/>
        <dsp:cNvSpPr/>
      </dsp:nvSpPr>
      <dsp:spPr>
        <a:xfrm>
          <a:off x="3532362" y="1134832"/>
          <a:ext cx="2993675" cy="421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Team Roles</a:t>
          </a:r>
        </a:p>
      </dsp:txBody>
      <dsp:txXfrm>
        <a:off x="3532362" y="1134832"/>
        <a:ext cx="2993675" cy="421006"/>
      </dsp:txXfrm>
    </dsp:sp>
    <dsp:sp modelId="{43FE7421-EC31-4FCE-B4AD-1DE41076B626}">
      <dsp:nvSpPr>
        <dsp:cNvPr id="0" name=""/>
        <dsp:cNvSpPr/>
      </dsp:nvSpPr>
      <dsp:spPr>
        <a:xfrm>
          <a:off x="3532362" y="1626761"/>
          <a:ext cx="2993675" cy="2159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Kaitlyn Cornish – Back-end and database developer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Alex Langland – Back-end and database developer, hardware integration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Matthew Hill – Front-end developer, team lead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longer working with database team</a:t>
          </a:r>
        </a:p>
      </dsp:txBody>
      <dsp:txXfrm>
        <a:off x="3532362" y="1626761"/>
        <a:ext cx="2993675" cy="2159318"/>
      </dsp:txXfrm>
    </dsp:sp>
    <dsp:sp modelId="{B11A3E6B-A91C-4215-9717-E1EEFA18EE85}">
      <dsp:nvSpPr>
        <dsp:cNvPr id="0" name=""/>
        <dsp:cNvSpPr/>
      </dsp:nvSpPr>
      <dsp:spPr>
        <a:xfrm>
          <a:off x="7049931" y="0"/>
          <a:ext cx="1047786" cy="982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542DE-213D-403E-8CC7-D89D0BC30CC4}">
      <dsp:nvSpPr>
        <dsp:cNvPr id="0" name=""/>
        <dsp:cNvSpPr/>
      </dsp:nvSpPr>
      <dsp:spPr>
        <a:xfrm>
          <a:off x="7049931" y="1134832"/>
          <a:ext cx="2993675" cy="421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Sprint 4 Goals</a:t>
          </a:r>
        </a:p>
      </dsp:txBody>
      <dsp:txXfrm>
        <a:off x="7049931" y="1134832"/>
        <a:ext cx="2993675" cy="421006"/>
      </dsp:txXfrm>
    </dsp:sp>
    <dsp:sp modelId="{7CD13E95-57D1-418B-8C77-09CC933F0907}">
      <dsp:nvSpPr>
        <dsp:cNvPr id="0" name=""/>
        <dsp:cNvSpPr/>
      </dsp:nvSpPr>
      <dsp:spPr>
        <a:xfrm>
          <a:off x="7049931" y="1626761"/>
          <a:ext cx="2993675" cy="2159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80% feature completion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UI improvements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Student scan and checkout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Low stock alerts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Report generation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Magstripe reader integration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System deployment</a:t>
          </a:r>
        </a:p>
      </dsp:txBody>
      <dsp:txXfrm>
        <a:off x="7049931" y="1626761"/>
        <a:ext cx="2993675" cy="2159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07114-F955-430E-8EF9-AA808C1ACC6C}">
      <dsp:nvSpPr>
        <dsp:cNvPr id="0" name=""/>
        <dsp:cNvSpPr/>
      </dsp:nvSpPr>
      <dsp:spPr>
        <a:xfrm>
          <a:off x="0" y="332855"/>
          <a:ext cx="6797675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41656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Student scan and checkout with error handling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Low stock alerts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Inventory report generation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Magstripe Reader integration for logins</a:t>
          </a:r>
        </a:p>
      </dsp:txBody>
      <dsp:txXfrm>
        <a:off x="0" y="332855"/>
        <a:ext cx="6797675" cy="2142000"/>
      </dsp:txXfrm>
    </dsp:sp>
    <dsp:sp modelId="{5F04156C-045D-4B0F-85AA-338090E728F3}">
      <dsp:nvSpPr>
        <dsp:cNvPr id="0" name=""/>
        <dsp:cNvSpPr/>
      </dsp:nvSpPr>
      <dsp:spPr>
        <a:xfrm>
          <a:off x="339883" y="37655"/>
          <a:ext cx="4758372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Defined Objectives</a:t>
          </a:r>
        </a:p>
      </dsp:txBody>
      <dsp:txXfrm>
        <a:off x="368704" y="66476"/>
        <a:ext cx="4700730" cy="532758"/>
      </dsp:txXfrm>
    </dsp:sp>
    <dsp:sp modelId="{C0F9B892-676B-4606-A09A-799D07FA0BA9}">
      <dsp:nvSpPr>
        <dsp:cNvPr id="0" name=""/>
        <dsp:cNvSpPr/>
      </dsp:nvSpPr>
      <dsp:spPr>
        <a:xfrm>
          <a:off x="0" y="2878056"/>
          <a:ext cx="6797675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41656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80% feature completion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System deployment</a:t>
          </a:r>
        </a:p>
      </dsp:txBody>
      <dsp:txXfrm>
        <a:off x="0" y="2878056"/>
        <a:ext cx="6797675" cy="1165500"/>
      </dsp:txXfrm>
    </dsp:sp>
    <dsp:sp modelId="{A870CDCF-AB5A-49D2-980C-D4F49C510AD9}">
      <dsp:nvSpPr>
        <dsp:cNvPr id="0" name=""/>
        <dsp:cNvSpPr/>
      </dsp:nvSpPr>
      <dsp:spPr>
        <a:xfrm>
          <a:off x="339883" y="2582856"/>
          <a:ext cx="4758372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Goals and Rationale</a:t>
          </a:r>
        </a:p>
      </dsp:txBody>
      <dsp:txXfrm>
        <a:off x="368704" y="2611677"/>
        <a:ext cx="4700730" cy="532758"/>
      </dsp:txXfrm>
    </dsp:sp>
    <dsp:sp modelId="{99E4EB40-28FE-4F54-8761-B6E5EAA9A63D}">
      <dsp:nvSpPr>
        <dsp:cNvPr id="0" name=""/>
        <dsp:cNvSpPr/>
      </dsp:nvSpPr>
      <dsp:spPr>
        <a:xfrm>
          <a:off x="0" y="4446756"/>
          <a:ext cx="6797675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41656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Intuitive method of pantry operation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Want users to prefer this system</a:t>
          </a:r>
        </a:p>
      </dsp:txBody>
      <dsp:txXfrm>
        <a:off x="0" y="4446756"/>
        <a:ext cx="6797675" cy="1165500"/>
      </dsp:txXfrm>
    </dsp:sp>
    <dsp:sp modelId="{B87E140E-5945-48DE-AAEB-AAE063B1D027}">
      <dsp:nvSpPr>
        <dsp:cNvPr id="0" name=""/>
        <dsp:cNvSpPr/>
      </dsp:nvSpPr>
      <dsp:spPr>
        <a:xfrm>
          <a:off x="339883" y="4151556"/>
          <a:ext cx="4758372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Connection to Overall Vision</a:t>
          </a:r>
        </a:p>
      </dsp:txBody>
      <dsp:txXfrm>
        <a:off x="368704" y="4180377"/>
        <a:ext cx="4700730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79A0D-4A7F-496A-AE6C-24492353247A}">
      <dsp:nvSpPr>
        <dsp:cNvPr id="0" name=""/>
        <dsp:cNvSpPr/>
      </dsp:nvSpPr>
      <dsp:spPr>
        <a:xfrm>
          <a:off x="4985" y="447033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F6D3A-3A5F-401C-841E-E2030F68318C}">
      <dsp:nvSpPr>
        <dsp:cNvPr id="0" name=""/>
        <dsp:cNvSpPr/>
      </dsp:nvSpPr>
      <dsp:spPr>
        <a:xfrm>
          <a:off x="4985" y="1631448"/>
          <a:ext cx="2999531" cy="1494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Feature Overview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 dirty="0"/>
            <a:t>Allow members to show in demo </a:t>
          </a:r>
        </a:p>
      </dsp:txBody>
      <dsp:txXfrm>
        <a:off x="4985" y="1631448"/>
        <a:ext cx="2999531" cy="1494852"/>
      </dsp:txXfrm>
    </dsp:sp>
    <dsp:sp modelId="{38AFE88C-8DCB-4F34-B7B4-04DA8AA6B746}">
      <dsp:nvSpPr>
        <dsp:cNvPr id="0" name=""/>
        <dsp:cNvSpPr/>
      </dsp:nvSpPr>
      <dsp:spPr>
        <a:xfrm>
          <a:off x="4985" y="3188895"/>
          <a:ext cx="2999531" cy="38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985" y="3188895"/>
        <a:ext cx="2999531" cy="387431"/>
      </dsp:txXfrm>
    </dsp:sp>
    <dsp:sp modelId="{9D910FFB-FD4B-4A3D-B425-DAC46FA3F248}">
      <dsp:nvSpPr>
        <dsp:cNvPr id="0" name=""/>
        <dsp:cNvSpPr/>
      </dsp:nvSpPr>
      <dsp:spPr>
        <a:xfrm>
          <a:off x="3529434" y="447033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5A994-2503-456F-8AA0-7CCA1787F953}">
      <dsp:nvSpPr>
        <dsp:cNvPr id="0" name=""/>
        <dsp:cNvSpPr/>
      </dsp:nvSpPr>
      <dsp:spPr>
        <a:xfrm>
          <a:off x="3529434" y="1631448"/>
          <a:ext cx="2999531" cy="1494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Testing and Validation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 dirty="0"/>
            <a:t>Edge cases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 dirty="0"/>
            <a:t>Workflow testing and validation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500" b="0" kern="1200" dirty="0"/>
        </a:p>
      </dsp:txBody>
      <dsp:txXfrm>
        <a:off x="3529434" y="1631448"/>
        <a:ext cx="2999531" cy="1494852"/>
      </dsp:txXfrm>
    </dsp:sp>
    <dsp:sp modelId="{FD2566B2-A12A-41FF-B080-1910C3198D88}">
      <dsp:nvSpPr>
        <dsp:cNvPr id="0" name=""/>
        <dsp:cNvSpPr/>
      </dsp:nvSpPr>
      <dsp:spPr>
        <a:xfrm>
          <a:off x="3529434" y="3188895"/>
          <a:ext cx="2999531" cy="38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3529434" y="3188895"/>
        <a:ext cx="2999531" cy="387431"/>
      </dsp:txXfrm>
    </dsp:sp>
    <dsp:sp modelId="{38464239-F011-4CD3-A702-49EA42F73DB6}">
      <dsp:nvSpPr>
        <dsp:cNvPr id="0" name=""/>
        <dsp:cNvSpPr/>
      </dsp:nvSpPr>
      <dsp:spPr>
        <a:xfrm>
          <a:off x="7053883" y="447033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2FA13-92B5-42D7-B38B-B8DC924EB300}">
      <dsp:nvSpPr>
        <dsp:cNvPr id="0" name=""/>
        <dsp:cNvSpPr/>
      </dsp:nvSpPr>
      <dsp:spPr>
        <a:xfrm>
          <a:off x="7053883" y="1631448"/>
          <a:ext cx="2999531" cy="1494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Features Demo</a:t>
          </a:r>
        </a:p>
      </dsp:txBody>
      <dsp:txXfrm>
        <a:off x="7053883" y="1631448"/>
        <a:ext cx="2999531" cy="1494852"/>
      </dsp:txXfrm>
    </dsp:sp>
    <dsp:sp modelId="{834579D2-2167-4C49-BC57-61472060CB5C}">
      <dsp:nvSpPr>
        <dsp:cNvPr id="0" name=""/>
        <dsp:cNvSpPr/>
      </dsp:nvSpPr>
      <dsp:spPr>
        <a:xfrm>
          <a:off x="7053883" y="3188895"/>
          <a:ext cx="2999531" cy="38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7053883" y="3188895"/>
        <a:ext cx="2999531" cy="3874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F3EAA-6EE8-444F-9721-E93DEB64B72C}">
      <dsp:nvSpPr>
        <dsp:cNvPr id="0" name=""/>
        <dsp:cNvSpPr/>
      </dsp:nvSpPr>
      <dsp:spPr>
        <a:xfrm>
          <a:off x="0" y="163037"/>
          <a:ext cx="10058399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 Usage &amp; Impact</a:t>
          </a:r>
        </a:p>
      </dsp:txBody>
      <dsp:txXfrm>
        <a:off x="26930" y="189967"/>
        <a:ext cx="10004539" cy="497795"/>
      </dsp:txXfrm>
    </dsp:sp>
    <dsp:sp modelId="{9ACB4F2B-28B7-40EE-9A4E-449FD8D6DA6B}">
      <dsp:nvSpPr>
        <dsp:cNvPr id="0" name=""/>
        <dsp:cNvSpPr/>
      </dsp:nvSpPr>
      <dsp:spPr>
        <a:xfrm>
          <a:off x="0" y="714692"/>
          <a:ext cx="10058399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AI was not used explicitly during this sprint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However, basis of user interface design was generated using ChatGPT during Sprint 1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Allowed our team to focus on feature implementation since clients emphasized that UI design is not a high priority in this project</a:t>
          </a:r>
        </a:p>
      </dsp:txBody>
      <dsp:txXfrm>
        <a:off x="0" y="714692"/>
        <a:ext cx="10058399" cy="1428300"/>
      </dsp:txXfrm>
    </dsp:sp>
    <dsp:sp modelId="{31F155E9-8BFE-430B-AE10-A12ADB76B321}">
      <dsp:nvSpPr>
        <dsp:cNvPr id="0" name=""/>
        <dsp:cNvSpPr/>
      </dsp:nvSpPr>
      <dsp:spPr>
        <a:xfrm>
          <a:off x="0" y="2142992"/>
          <a:ext cx="10058399" cy="551655"/>
        </a:xfrm>
        <a:prstGeom prst="roundRect">
          <a:avLst/>
        </a:prstGeom>
        <a:solidFill>
          <a:schemeClr val="accent2">
            <a:hueOff val="-8754"/>
            <a:satOff val="216"/>
            <a:lumOff val="76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Limitations &amp; Accountability</a:t>
          </a:r>
        </a:p>
      </dsp:txBody>
      <dsp:txXfrm>
        <a:off x="26930" y="2169922"/>
        <a:ext cx="10004539" cy="497795"/>
      </dsp:txXfrm>
    </dsp:sp>
    <dsp:sp modelId="{D87F9823-4837-493B-937E-F4DC8AADC0CA}">
      <dsp:nvSpPr>
        <dsp:cNvPr id="0" name=""/>
        <dsp:cNvSpPr/>
      </dsp:nvSpPr>
      <dsp:spPr>
        <a:xfrm>
          <a:off x="0" y="2694647"/>
          <a:ext cx="10058399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Team is continuously verifying AI-assisted content when creating new features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Refinements made based on the initial AI-assisted UI design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All final decisions and deliverables remain the team’s responsibility</a:t>
          </a:r>
        </a:p>
      </dsp:txBody>
      <dsp:txXfrm>
        <a:off x="0" y="2694647"/>
        <a:ext cx="10058399" cy="9283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93208-4C3C-4BB2-8012-48CC918B9BE6}">
      <dsp:nvSpPr>
        <dsp:cNvPr id="0" name=""/>
        <dsp:cNvSpPr/>
      </dsp:nvSpPr>
      <dsp:spPr>
        <a:xfrm>
          <a:off x="3143" y="12643"/>
          <a:ext cx="3064668" cy="6510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Upcoming Tasks</a:t>
          </a:r>
        </a:p>
      </dsp:txBody>
      <dsp:txXfrm>
        <a:off x="3143" y="12643"/>
        <a:ext cx="3064668" cy="651050"/>
      </dsp:txXfrm>
    </dsp:sp>
    <dsp:sp modelId="{E72549C0-082F-4502-87D3-212CB584C67D}">
      <dsp:nvSpPr>
        <dsp:cNvPr id="0" name=""/>
        <dsp:cNvSpPr/>
      </dsp:nvSpPr>
      <dsp:spPr>
        <a:xfrm>
          <a:off x="3143" y="663694"/>
          <a:ext cx="3064668" cy="310974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Volunteer features implementation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UI improvements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Updates based on feedback from clients using deployed system</a:t>
          </a:r>
        </a:p>
      </dsp:txBody>
      <dsp:txXfrm>
        <a:off x="3143" y="663694"/>
        <a:ext cx="3064668" cy="3109741"/>
      </dsp:txXfrm>
    </dsp:sp>
    <dsp:sp modelId="{221D0870-D9F3-4D67-A803-3BB3FE663A90}">
      <dsp:nvSpPr>
        <dsp:cNvPr id="0" name=""/>
        <dsp:cNvSpPr/>
      </dsp:nvSpPr>
      <dsp:spPr>
        <a:xfrm>
          <a:off x="3496865" y="12643"/>
          <a:ext cx="3064668" cy="651050"/>
        </a:xfrm>
        <a:prstGeom prst="rect">
          <a:avLst/>
        </a:prstGeom>
        <a:solidFill>
          <a:schemeClr val="accent2">
            <a:hueOff val="-4377"/>
            <a:satOff val="108"/>
            <a:lumOff val="3823"/>
            <a:alphaOff val="0"/>
          </a:schemeClr>
        </a:solidFill>
        <a:ln w="15875" cap="flat" cmpd="sng" algn="ctr">
          <a:solidFill>
            <a:schemeClr val="accent2">
              <a:hueOff val="-4377"/>
              <a:satOff val="108"/>
              <a:lumOff val="3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Sprint Retrospective </a:t>
          </a:r>
        </a:p>
      </dsp:txBody>
      <dsp:txXfrm>
        <a:off x="3496865" y="12643"/>
        <a:ext cx="3064668" cy="651050"/>
      </dsp:txXfrm>
    </dsp:sp>
    <dsp:sp modelId="{6C30FA82-CD5F-4FE7-A30A-01488A9C3BDC}">
      <dsp:nvSpPr>
        <dsp:cNvPr id="0" name=""/>
        <dsp:cNvSpPr/>
      </dsp:nvSpPr>
      <dsp:spPr>
        <a:xfrm>
          <a:off x="3496865" y="663694"/>
          <a:ext cx="3064668" cy="3109741"/>
        </a:xfrm>
        <a:prstGeom prst="rect">
          <a:avLst/>
        </a:prstGeom>
        <a:solidFill>
          <a:schemeClr val="accent2">
            <a:tint val="40000"/>
            <a:alpha val="90000"/>
            <a:hueOff val="636"/>
            <a:satOff val="9560"/>
            <a:lumOff val="10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636"/>
              <a:satOff val="9560"/>
              <a:lumOff val="1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Achieved high-priority feature implementation, clients pleased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Want to improve meeting attendance and ability to meet deadlines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Expectations will be reiterated for future sprints</a:t>
          </a:r>
        </a:p>
      </dsp:txBody>
      <dsp:txXfrm>
        <a:off x="3496865" y="663694"/>
        <a:ext cx="3064668" cy="3109741"/>
      </dsp:txXfrm>
    </dsp:sp>
    <dsp:sp modelId="{B457DAB3-57FA-4E54-BEEF-64C6CE87FBA4}">
      <dsp:nvSpPr>
        <dsp:cNvPr id="0" name=""/>
        <dsp:cNvSpPr/>
      </dsp:nvSpPr>
      <dsp:spPr>
        <a:xfrm>
          <a:off x="6990588" y="12643"/>
          <a:ext cx="3064668" cy="651050"/>
        </a:xfrm>
        <a:prstGeom prst="rect">
          <a:avLst/>
        </a:prstGeom>
        <a:solidFill>
          <a:schemeClr val="accent2">
            <a:hueOff val="-8754"/>
            <a:satOff val="216"/>
            <a:lumOff val="7646"/>
            <a:alphaOff val="0"/>
          </a:schemeClr>
        </a:solidFill>
        <a:ln w="15875" cap="flat" cmpd="sng" algn="ctr">
          <a:solidFill>
            <a:schemeClr val="accent2">
              <a:hueOff val="-8754"/>
              <a:satOff val="216"/>
              <a:lumOff val="7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Client Feedback Consideration </a:t>
          </a:r>
        </a:p>
      </dsp:txBody>
      <dsp:txXfrm>
        <a:off x="6990588" y="12643"/>
        <a:ext cx="3064668" cy="651050"/>
      </dsp:txXfrm>
    </dsp:sp>
    <dsp:sp modelId="{50A7430C-9CAC-4E37-9196-6EEDDAE25F79}">
      <dsp:nvSpPr>
        <dsp:cNvPr id="0" name=""/>
        <dsp:cNvSpPr/>
      </dsp:nvSpPr>
      <dsp:spPr>
        <a:xfrm>
          <a:off x="6990588" y="663694"/>
          <a:ext cx="3064668" cy="3109741"/>
        </a:xfrm>
        <a:prstGeom prst="rect">
          <a:avLst/>
        </a:prstGeom>
        <a:solidFill>
          <a:schemeClr val="accent2">
            <a:tint val="40000"/>
            <a:alpha val="90000"/>
            <a:hueOff val="1273"/>
            <a:satOff val="19119"/>
            <a:lumOff val="212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73"/>
              <a:satOff val="19119"/>
              <a:lumOff val="21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Clients do not prefer automated reports, would rather generate reports themselves when needed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No major UI update requests just yet – focus on WCAG 2.2 standards for now</a:t>
          </a:r>
        </a:p>
      </dsp:txBody>
      <dsp:txXfrm>
        <a:off x="6990588" y="663694"/>
        <a:ext cx="3064668" cy="31097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49DD0-70E8-4B68-8D00-71894A74488A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DFF1D-84FA-4D3D-AFE9-878169D675CD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Nearing completion of requirements for the whole system</a:t>
          </a:r>
        </a:p>
      </dsp:txBody>
      <dsp:txXfrm>
        <a:off x="366939" y="1196774"/>
        <a:ext cx="2723696" cy="1691139"/>
      </dsp:txXfrm>
    </dsp:sp>
    <dsp:sp modelId="{B5BCB18C-B2CB-4F52-B24A-8359186DC143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0EBB6-4F28-49E3-945C-677B3B64CBBF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Key implementations to reach goal of 80% feature completion</a:t>
          </a:r>
        </a:p>
      </dsp:txBody>
      <dsp:txXfrm>
        <a:off x="3824513" y="1196774"/>
        <a:ext cx="2723696" cy="1691139"/>
      </dsp:txXfrm>
    </dsp:sp>
    <dsp:sp modelId="{47024C25-916C-4649-87BE-87882FD71BDF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A967F-8B63-4C3A-966D-5306232F83CA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Future sprints will focus on volunteer features and UI improvements</a:t>
          </a:r>
        </a:p>
      </dsp:txBody>
      <dsp:txXfrm>
        <a:off x="7282089" y="119677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CE2E3-4688-471E-92DC-26EE2660E51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E8572-1A79-48A7-A137-4FD840A5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0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9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– 1.5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22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– 1.5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18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2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9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74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8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5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1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3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C56095-A8B6-49BD-A7FB-879CE0BB74A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4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DFDC335-8810-4D67-AE66-6949FFB4A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A5799E-E81E-4CF6-85FC-A4FD373B4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295C3-42CD-3F59-C874-F5D8BBF6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11-FA25-SP26-F-WEB: </a:t>
            </a:r>
            <a:br>
              <a:rPr lang="en-US" sz="2800" b="1" dirty="0">
                <a:solidFill>
                  <a:srgbClr val="FFFFFF"/>
                </a:solidFill>
              </a:rPr>
            </a:br>
            <a:r>
              <a:rPr lang="en-US" sz="2800" b="1" dirty="0">
                <a:solidFill>
                  <a:srgbClr val="FFFFFF"/>
                </a:solidFill>
              </a:rPr>
              <a:t>Voiland Food Pantry – Sprint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B835C-B2D6-3D3A-BA3C-D09A23184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>
            <a:normAutofit fontScale="775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Kaitlyn Cornish, Matthew Hill, Alex Langland</a:t>
            </a:r>
          </a:p>
          <a:p>
            <a:r>
              <a:rPr lang="en-US" sz="1500" dirty="0">
                <a:solidFill>
                  <a:srgbClr val="FFFFFF"/>
                </a:solidFill>
              </a:rPr>
              <a:t>February 19, 2025</a:t>
            </a:r>
          </a:p>
        </p:txBody>
      </p: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628E16B6-482E-A55B-9324-4D7870F46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373" y="640080"/>
            <a:ext cx="3602736" cy="360273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C6017A4-C87C-43AB-982C-598BF397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of a cat&#10;&#10;AI-generated content may be incorrect.">
            <a:extLst>
              <a:ext uri="{FF2B5EF4-FFF2-40B4-BE49-F238E27FC236}">
                <a16:creationId xmlns:a16="http://schemas.microsoft.com/office/drawing/2014/main" id="{A1224769-FAC4-5BF1-FD7B-A7D9D649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4" r="1082" b="2789"/>
          <a:stretch>
            <a:fillRect/>
          </a:stretch>
        </p:blipFill>
        <p:spPr>
          <a:xfrm>
            <a:off x="6424891" y="640080"/>
            <a:ext cx="3592729" cy="3602736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318AF29E-D058-49A4-B682-D4CC9D80C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7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FEA8-91D9-7B17-9E31-9D3CBBAC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91D058-9E58-1C36-BF72-E4FEC2DEF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910828"/>
              </p:ext>
            </p:extLst>
          </p:nvPr>
        </p:nvGraphicFramePr>
        <p:xfrm>
          <a:off x="1097280" y="1805907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24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36C6F-A1F2-2AAD-4729-E724B9A1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Sprint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51FD74-8068-2560-DD88-7707DAE2C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50658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207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E533-462A-9D5A-DA7D-4B6C1619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Implementation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4AE84D-52E0-87FB-7FA5-301DF8DB4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236965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527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A52B12-0826-4A26-ABA2-386F72111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0DA68-F652-496F-B8B5-9A66255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42E40-5E2A-7F8F-B743-51A61B42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Kanban Overview &amp; Team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4C86-CA54-5C99-AF87-7831E4F0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</a:rPr>
              <a:t>Individual Contributions</a:t>
            </a:r>
            <a:endParaRPr lang="en-US" sz="900" cap="all">
              <a:solidFill>
                <a:srgbClr val="FFFFFF"/>
              </a:solidFill>
              <a:latin typeface="Proxima Nova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</a:rPr>
              <a:t>Kaitlyn: </a:t>
            </a:r>
          </a:p>
          <a:p>
            <a:r>
              <a:rPr lang="en-US" sz="900">
                <a:solidFill>
                  <a:srgbClr val="FFFFFF"/>
                </a:solidFill>
              </a:rPr>
              <a:t>Student scan and checkout updates</a:t>
            </a:r>
          </a:p>
          <a:p>
            <a:r>
              <a:rPr lang="en-US" sz="900">
                <a:solidFill>
                  <a:srgbClr val="FFFFFF"/>
                </a:solidFill>
              </a:rPr>
              <a:t>Low stock alerts</a:t>
            </a:r>
          </a:p>
          <a:p>
            <a:r>
              <a:rPr lang="en-US" sz="900">
                <a:solidFill>
                  <a:srgbClr val="FFFFFF"/>
                </a:solidFill>
              </a:rPr>
              <a:t>Pantry report generation</a:t>
            </a:r>
          </a:p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</a:rPr>
              <a:t>Alex: </a:t>
            </a:r>
          </a:p>
          <a:p>
            <a:r>
              <a:rPr lang="en-US" sz="900">
                <a:solidFill>
                  <a:srgbClr val="FFFFFF"/>
                </a:solidFill>
              </a:rPr>
              <a:t>Magstripe reader integration</a:t>
            </a:r>
          </a:p>
          <a:p>
            <a:r>
              <a:rPr lang="en-US" sz="900">
                <a:solidFill>
                  <a:srgbClr val="FFFFFF"/>
                </a:solidFill>
              </a:rPr>
              <a:t>System deployment</a:t>
            </a:r>
          </a:p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</a:rPr>
              <a:t>Matthew: </a:t>
            </a:r>
          </a:p>
          <a:p>
            <a:r>
              <a:rPr lang="en-US" sz="900">
                <a:solidFill>
                  <a:srgbClr val="FFFFFF"/>
                </a:solidFill>
              </a:rPr>
              <a:t>Requirements update gathering</a:t>
            </a:r>
          </a:p>
          <a:p>
            <a:r>
              <a:rPr lang="en-US" sz="900">
                <a:solidFill>
                  <a:srgbClr val="FFFFFF"/>
                </a:solidFill>
              </a:rPr>
              <a:t>UI improvement consultation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F50AF6-4E23-4BD9-92C7-45A3E16E4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27A40E-A810-6B26-AE04-A26C29FB3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963" y="2158206"/>
            <a:ext cx="7942467" cy="25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4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87EC64-DACC-4108-9FAB-6E288FBC2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5C4A0-68A2-4496-87A5-5478E3274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E041E6-AC36-4409-B797-2FE54253E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8C4CF77-7AF8-4122-A7B0-041ABDF1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6F5A6-B150-93A6-1367-4429B55D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09" y="988741"/>
            <a:ext cx="4813935" cy="4880518"/>
          </a:xfrm>
          <a:noFill/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Sharing Evidence &amp; Discussion on MoM with Clients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9D458-5758-41CE-89DE-485C1BBCD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8966F-378A-47DC-83CC-D5A783224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C665-2A1A-F7D5-FF44-4D5A2F1B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633" y="988742"/>
            <a:ext cx="3701883" cy="4880518"/>
          </a:xfrm>
          <a:ln w="25400" cap="sq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50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068DB-E7E7-4102-9402-EAA049E13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8906C-CCD9-4F71-B3DD-BC1331E1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D6F13-628B-4FC4-AD48-A2B64677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48A6F93-54E3-457B-848B-965C35165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1F2F7B-1CD1-4341-8300-D3AB8CC5E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0C3D7EF-C394-F2A2-3FE4-2641FF60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Documentation of Report</a:t>
            </a: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24A5B298-E211-5167-CBE3-B553BB0DF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1F59CD9-29E6-4943-8931-5BC72013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76B32D-AA83-45A4-9609-F96830AD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8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9FD8-2876-8E99-8DA3-B0A18EFDA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Responsible Use of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248F7D-9977-84C9-BC04-22B26365A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44079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977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3F7-2F78-C06D-02A2-7D467387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Achievements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E4AE-D516-4C5C-0CDF-7C8B731E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Achievements</a:t>
            </a:r>
          </a:p>
          <a:p>
            <a:pPr lvl="1"/>
            <a:r>
              <a:rPr lang="en-US" dirty="0"/>
              <a:t>High-priority feature implementation </a:t>
            </a:r>
          </a:p>
          <a:p>
            <a:pPr lvl="1"/>
            <a:r>
              <a:rPr lang="en-US" dirty="0"/>
              <a:t>Improvement in requirements after client consultation</a:t>
            </a:r>
          </a:p>
          <a:p>
            <a:r>
              <a:rPr lang="en-US" dirty="0"/>
              <a:t>Challenges and Solutions</a:t>
            </a:r>
          </a:p>
          <a:p>
            <a:pPr lvl="1"/>
            <a:r>
              <a:rPr lang="en-US" dirty="0"/>
              <a:t>Interpersonal conflict between team members</a:t>
            </a:r>
          </a:p>
          <a:p>
            <a:pPr lvl="2"/>
            <a:r>
              <a:rPr lang="en-US" dirty="0"/>
              <a:t>Solution reached thanks to consultation with Capstone mentor</a:t>
            </a:r>
          </a:p>
          <a:p>
            <a:pPr lvl="1"/>
            <a:r>
              <a:rPr lang="en-US" dirty="0"/>
              <a:t>Difficulty meeting deadlines</a:t>
            </a:r>
          </a:p>
          <a:p>
            <a:pPr lvl="2"/>
            <a:r>
              <a:rPr lang="en-US" dirty="0"/>
              <a:t>Expectations reiterated during team meetings, members held responsible </a:t>
            </a:r>
          </a:p>
          <a:p>
            <a:r>
              <a:rPr lang="en-US" dirty="0"/>
              <a:t>Progress from Sprint 3</a:t>
            </a:r>
          </a:p>
          <a:p>
            <a:pPr lvl="1"/>
            <a:r>
              <a:rPr lang="en-US" dirty="0"/>
              <a:t>Sprint 3 consisted of development of role-based access </a:t>
            </a:r>
          </a:p>
          <a:p>
            <a:pPr lvl="1"/>
            <a:r>
              <a:rPr lang="en-US" dirty="0"/>
              <a:t>Now, Sprint 4 builds upon that to further refine operations performed and information viewed by different roles</a:t>
            </a:r>
          </a:p>
        </p:txBody>
      </p:sp>
    </p:spTree>
    <p:extLst>
      <p:ext uri="{BB962C8B-B14F-4D97-AF65-F5344CB8AC3E}">
        <p14:creationId xmlns:p14="http://schemas.microsoft.com/office/powerpoint/2010/main" val="304886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3CDF-7B23-6E82-1859-DCF242D4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Next Steps &amp; Sprint Retrospective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0D113-FEC8-0EE3-FAD9-9E95163C5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81662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578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DB19-F125-1130-CFA1-204C99A6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9D2F68-CE0C-F7E1-1D64-C7F719E35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02742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5937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068DB-E7E7-4102-9402-EAA049E13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8906C-CCD9-4F71-B3DD-BC1331E1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D6F13-628B-4FC4-AD48-A2B64677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7730C1E-9F8B-4D0C-A8A2-BB5275723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0031B-14DA-6A51-29FE-56025728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558F611-ADFF-7AB2-2040-4AD7C8295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457" y="640080"/>
            <a:ext cx="3602736" cy="360273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E349CF-DE2F-4D85-839D-70911995E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5F48F9-D570-45CC-825D-5BBB79C52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D93E48-101C-49B1-90F1-3F431679B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96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WSU Colors">
      <a:dk1>
        <a:srgbClr val="000000"/>
      </a:dk1>
      <a:lt1>
        <a:sysClr val="window" lastClr="FFFFFF"/>
      </a:lt1>
      <a:dk2>
        <a:srgbClr val="4D4D4D"/>
      </a:dk2>
      <a:lt2>
        <a:srgbClr val="CCCCCC"/>
      </a:lt2>
      <a:accent1>
        <a:srgbClr val="CA1237"/>
      </a:accent1>
      <a:accent2>
        <a:srgbClr val="A60F2D"/>
      </a:accent2>
      <a:accent3>
        <a:srgbClr val="CA1237"/>
      </a:accent3>
      <a:accent4>
        <a:srgbClr val="A60F2D"/>
      </a:accent4>
      <a:accent5>
        <a:srgbClr val="CA1237"/>
      </a:accent5>
      <a:accent6>
        <a:srgbClr val="A60F2D"/>
      </a:accent6>
      <a:hlink>
        <a:srgbClr val="D11237"/>
      </a:hlink>
      <a:folHlink>
        <a:srgbClr val="7F7F7F"/>
      </a:folHlink>
    </a:clrScheme>
    <a:fontScheme name="WSU Typography">
      <a:majorFont>
        <a:latin typeface="Proxima Nova"/>
        <a:ea typeface=""/>
        <a:cs typeface=""/>
      </a:majorFont>
      <a:minorFont>
        <a:latin typeface="Montserrat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DD631CF16A9D4597B7910261C15C8D" ma:contentTypeVersion="9" ma:contentTypeDescription="Create a new document." ma:contentTypeScope="" ma:versionID="45df229e13fec6bd5280332c672aad53">
  <xsd:schema xmlns:xsd="http://www.w3.org/2001/XMLSchema" xmlns:xs="http://www.w3.org/2001/XMLSchema" xmlns:p="http://schemas.microsoft.com/office/2006/metadata/properties" xmlns:ns3="07b86a79-a0e0-4fae-97d8-d960552457a2" xmlns:ns4="40f16175-07f6-4179-a7d3-44240c48c007" targetNamespace="http://schemas.microsoft.com/office/2006/metadata/properties" ma:root="true" ma:fieldsID="4f1bc5df0001c9ea3d68577fe9552d99" ns3:_="" ns4:_="">
    <xsd:import namespace="07b86a79-a0e0-4fae-97d8-d960552457a2"/>
    <xsd:import namespace="40f16175-07f6-4179-a7d3-44240c48c0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86a79-a0e0-4fae-97d8-d960552457a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16175-07f6-4179-a7d3-44240c48c0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b86a79-a0e0-4fae-97d8-d960552457a2" xsi:nil="true"/>
  </documentManagement>
</p:properties>
</file>

<file path=customXml/itemProps1.xml><?xml version="1.0" encoding="utf-8"?>
<ds:datastoreItem xmlns:ds="http://schemas.openxmlformats.org/officeDocument/2006/customXml" ds:itemID="{7E737912-6737-4E81-B80B-9905E285DA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86a79-a0e0-4fae-97d8-d960552457a2"/>
    <ds:schemaRef ds:uri="40f16175-07f6-4179-a7d3-44240c48c0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42AA26-A7A5-4A3A-8C5C-D5717D5886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10819B-25DD-4CBB-B9E4-8A804A115EBD}">
  <ds:schemaRefs>
    <ds:schemaRef ds:uri="07b86a79-a0e0-4fae-97d8-d960552457a2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40f16175-07f6-4179-a7d3-44240c48c007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14092</TotalTime>
  <Words>508</Words>
  <Application>Microsoft Office PowerPoint</Application>
  <PresentationFormat>Widescreen</PresentationFormat>
  <Paragraphs>105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Calibri</vt:lpstr>
      <vt:lpstr>Montserrat</vt:lpstr>
      <vt:lpstr>Proxima Nova</vt:lpstr>
      <vt:lpstr>Retrospect</vt:lpstr>
      <vt:lpstr>11-FA25-SP26-F-WEB:  Voiland Food Pantry – Sprint 4</vt:lpstr>
      <vt:lpstr>Introduction</vt:lpstr>
      <vt:lpstr>Sprint Objectives</vt:lpstr>
      <vt:lpstr>Feature Implementation </vt:lpstr>
      <vt:lpstr>Kanban Overview &amp; Team Contributions</vt:lpstr>
      <vt:lpstr>Sharing Evidence &amp; Discussion on MoM with Clients</vt:lpstr>
      <vt:lpstr>Documentation of Report</vt:lpstr>
      <vt:lpstr>Responsible Use of AI</vt:lpstr>
      <vt:lpstr>Sprint Achievements and Challenges</vt:lpstr>
      <vt:lpstr>Next Steps &amp; Sprint Retrospective 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Hill, Matthew</dc:creator>
  <cp:lastModifiedBy>Hill, Matthew</cp:lastModifiedBy>
  <cp:revision>5</cp:revision>
  <dcterms:created xsi:type="dcterms:W3CDTF">2025-10-05T21:21:56Z</dcterms:created>
  <dcterms:modified xsi:type="dcterms:W3CDTF">2026-02-21T05:39:56Z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0x0101008EDD631CF16A9D4597B7910261C15C8D</vt:lpwstr>
  </property>
</Properties>
</file>